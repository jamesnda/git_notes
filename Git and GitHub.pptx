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7" r:id="rId1"/>
  </p:sldMasterIdLst>
  <p:notesMasterIdLst>
    <p:notesMasterId r:id="rId32"/>
  </p:notesMasterIdLst>
  <p:sldIdLst>
    <p:sldId id="256" r:id="rId2"/>
    <p:sldId id="285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</p:sldIdLst>
  <p:sldSz cx="9144000" cy="5143500" type="screen16x9"/>
  <p:notesSz cx="6858000" cy="9144000"/>
  <p:embeddedFontLst>
    <p:embeddedFont>
      <p:font typeface="Barlow" panose="00000500000000000000" pitchFamily="2" charset="0"/>
      <p:regular r:id="rId33"/>
      <p:bold r:id="rId34"/>
      <p:italic r:id="rId35"/>
      <p:boldItalic r:id="rId36"/>
    </p:embeddedFont>
    <p:embeddedFont>
      <p:font typeface="Barlow ExtraLight" panose="00000300000000000000" pitchFamily="2" charset="0"/>
      <p:regular r:id="rId37"/>
      <p:bold r:id="rId38"/>
      <p:italic r:id="rId39"/>
      <p:boldItalic r:id="rId40"/>
    </p:embeddedFont>
    <p:embeddedFont>
      <p:font typeface="Barlow Light" panose="00000400000000000000" pitchFamily="2" charset="0"/>
      <p:regular r:id="rId41"/>
      <p:bold r:id="rId42"/>
      <p:italic r:id="rId43"/>
      <p:boldItalic r:id="rId44"/>
    </p:embeddedFont>
    <p:embeddedFont>
      <p:font typeface="Barlow Medium" panose="00000600000000000000" pitchFamily="2" charset="0"/>
      <p:regular r:id="rId45"/>
      <p:bold r:id="rId46"/>
      <p:italic r:id="rId47"/>
      <p:boldItalic r:id="rId48"/>
    </p:embeddedFont>
    <p:embeddedFont>
      <p:font typeface="Comic Sans MS" panose="030F0702030302020204" pitchFamily="66" charset="0"/>
      <p:regular r:id="rId49"/>
      <p:bold r:id="rId50"/>
      <p:italic r:id="rId51"/>
      <p:boldItalic r:id="rId52"/>
    </p:embeddedFont>
    <p:embeddedFont>
      <p:font typeface="Hepta Slab" panose="020B0604020202020204" charset="0"/>
      <p:regular r:id="rId53"/>
      <p:bold r:id="rId54"/>
    </p:embeddedFont>
    <p:embeddedFont>
      <p:font typeface="Hepta Slab Light" panose="020B0604020202020204" charset="0"/>
      <p:regular r:id="rId55"/>
      <p:bold r:id="rId56"/>
    </p:embeddedFont>
    <p:embeddedFont>
      <p:font typeface="Hepta Slab Medium" panose="020B0604020202020204" charset="0"/>
      <p:regular r:id="rId57"/>
      <p:bold r:id="rId58"/>
    </p:embeddedFont>
    <p:embeddedFont>
      <p:font typeface="Nunito" pitchFamily="2" charset="0"/>
      <p:regular r:id="rId59"/>
      <p:bold r:id="rId60"/>
      <p:italic r:id="rId61"/>
      <p:boldItalic r:id="rId62"/>
    </p:embeddedFont>
    <p:embeddedFont>
      <p:font typeface="Roboto Mono" panose="00000009000000000000" pitchFamily="49" charset="0"/>
      <p:regular r:id="rId63"/>
      <p:bold r:id="rId64"/>
      <p:italic r:id="rId65"/>
      <p:boldItalic r:id="rId6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54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47" Type="http://schemas.openxmlformats.org/officeDocument/2006/relationships/font" Target="fonts/font15.fntdata"/><Relationship Id="rId50" Type="http://schemas.openxmlformats.org/officeDocument/2006/relationships/font" Target="fonts/font18.fntdata"/><Relationship Id="rId55" Type="http://schemas.openxmlformats.org/officeDocument/2006/relationships/font" Target="fonts/font23.fntdata"/><Relationship Id="rId63" Type="http://schemas.openxmlformats.org/officeDocument/2006/relationships/font" Target="fonts/font31.fntdata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font" Target="fonts/font13.fntdata"/><Relationship Id="rId53" Type="http://schemas.openxmlformats.org/officeDocument/2006/relationships/font" Target="fonts/font21.fntdata"/><Relationship Id="rId58" Type="http://schemas.openxmlformats.org/officeDocument/2006/relationships/font" Target="fonts/font26.fntdata"/><Relationship Id="rId66" Type="http://schemas.openxmlformats.org/officeDocument/2006/relationships/font" Target="fonts/font3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49" Type="http://schemas.openxmlformats.org/officeDocument/2006/relationships/font" Target="fonts/font17.fntdata"/><Relationship Id="rId57" Type="http://schemas.openxmlformats.org/officeDocument/2006/relationships/font" Target="fonts/font25.fntdata"/><Relationship Id="rId61" Type="http://schemas.openxmlformats.org/officeDocument/2006/relationships/font" Target="fonts/font29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2.fntdata"/><Relationship Id="rId52" Type="http://schemas.openxmlformats.org/officeDocument/2006/relationships/font" Target="fonts/font20.fntdata"/><Relationship Id="rId60" Type="http://schemas.openxmlformats.org/officeDocument/2006/relationships/font" Target="fonts/font28.fntdata"/><Relationship Id="rId65" Type="http://schemas.openxmlformats.org/officeDocument/2006/relationships/font" Target="fonts/font3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font" Target="fonts/font11.fntdata"/><Relationship Id="rId48" Type="http://schemas.openxmlformats.org/officeDocument/2006/relationships/font" Target="fonts/font16.fntdata"/><Relationship Id="rId56" Type="http://schemas.openxmlformats.org/officeDocument/2006/relationships/font" Target="fonts/font24.fntdata"/><Relationship Id="rId64" Type="http://schemas.openxmlformats.org/officeDocument/2006/relationships/font" Target="fonts/font32.fntdata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font" Target="fonts/font19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font" Target="fonts/font14.fntdata"/><Relationship Id="rId59" Type="http://schemas.openxmlformats.org/officeDocument/2006/relationships/font" Target="fonts/font27.fntdata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9.fntdata"/><Relationship Id="rId54" Type="http://schemas.openxmlformats.org/officeDocument/2006/relationships/font" Target="fonts/font22.fntdata"/><Relationship Id="rId62" Type="http://schemas.openxmlformats.org/officeDocument/2006/relationships/font" Target="fonts/font30.fntdata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3a95ff5427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3a95ff5427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>
          <a:extLst>
            <a:ext uri="{FF2B5EF4-FFF2-40B4-BE49-F238E27FC236}">
              <a16:creationId xmlns:a16="http://schemas.microsoft.com/office/drawing/2014/main" id="{FD747B27-1ACF-0AF8-C94B-DD5BEDFF2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3a95ff54275_0_0:notes">
            <a:extLst>
              <a:ext uri="{FF2B5EF4-FFF2-40B4-BE49-F238E27FC236}">
                <a16:creationId xmlns:a16="http://schemas.microsoft.com/office/drawing/2014/main" id="{36705573-39C9-190C-B2D2-2C74165398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3a95ff54275_0_0:notes">
            <a:extLst>
              <a:ext uri="{FF2B5EF4-FFF2-40B4-BE49-F238E27FC236}">
                <a16:creationId xmlns:a16="http://schemas.microsoft.com/office/drawing/2014/main" id="{218AA73B-349C-8085-67E3-F93F4705BA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3465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a95ff54275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3a95ff54275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a95ff54275_0_7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3a95ff54275_0_7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a95ff54275_0_7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3a95ff54275_0_7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3a95ff54275_0_7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3a95ff54275_0_7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a95ff54275_0_7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9" name="Google Shape;419;g3a95ff54275_0_7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3a95ff54275_0_9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3a95ff54275_0_9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3a95ff54275_0_10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1" name="Google Shape;431;g3a95ff54275_0_10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3a95ff54275_0_9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3a95ff54275_0_9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3a95ff54275_0_1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3a95ff54275_0_1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a95ff54275_0_1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3a95ff54275_0_1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3a95ff54275_0_9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g3a95ff54275_0_9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3a95ff54275_0_10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1" name="Google Shape;461;g3a95ff54275_0_10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3a95ff54275_0_10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" name="Google Shape;467;g3a95ff54275_0_10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3a95ff54275_0_1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3" name="Google Shape;473;g3a95ff54275_0_1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3a95ff54275_0_10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9" name="Google Shape;479;g3a95ff54275_0_10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3a95ff54275_0_10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5" name="Google Shape;485;g3a95ff54275_0_10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3a95ff54275_0_10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1" name="Google Shape;491;g3a95ff54275_0_10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g3a95ff54275_0_10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7" name="Google Shape;497;g3a95ff54275_0_10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3a95ff54275_0_10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3a95ff54275_0_10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3a95ff54275_0_10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3a95ff54275_0_10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g3a95ff54275_0_10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5" name="Google Shape;515;g3a95ff54275_0_10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3a95ff54275_0_10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1" name="Google Shape;521;g3a95ff54275_0_10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Google Shape;526;g3a95ff54275_0_1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7" name="Google Shape;527;g3a95ff54275_0_1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a95ff54275_0_1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a95ff54275_0_11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g3a95ff54275_0_1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9" name="Google Shape;539;g3a95ff54275_0_1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3a95ff54275_0_1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5" name="Google Shape;545;g3a95ff54275_0_11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3a95ff54275_0_11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3a95ff54275_0_11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g3a95ff54275_0_4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g3a95ff54275_0_4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_4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_HEADER_1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_1_1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_ONLY_1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_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_1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■"/>
              <a:defRPr>
                <a:solidFill>
                  <a:schemeClr val="lt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●"/>
              <a:defRPr>
                <a:solidFill>
                  <a:schemeClr val="lt1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_1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 algn="ctr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1150" algn="ctr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29845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85750" algn="ctr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marL="3657600" lvl="7" indent="-279400" algn="ctr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marL="4114800" lvl="8" indent="-273050" algn="ctr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_2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CUSTOM_7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CUSTOM_8_1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>
            <a:endParaRPr/>
          </a:p>
        </p:txBody>
      </p:sp>
      <p:sp>
        <p:nvSpPr>
          <p:cNvPr id="62" name="Google Shape;62;p14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  <p:sp>
        <p:nvSpPr>
          <p:cNvPr id="63" name="Google Shape;63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CUSTOM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CUSTOM_2_2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body" idx="3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ubTitle" idx="4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5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subTitle" idx="6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CUSTOM_3_1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>
            <a:endParaRPr/>
          </a:p>
        </p:txBody>
      </p:sp>
      <p:sp>
        <p:nvSpPr>
          <p:cNvPr id="84" name="Google Shape;84;p17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/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SzPts val="700"/>
              <a:buChar char="■"/>
              <a:defRPr/>
            </a:lvl9pPr>
          </a:lstStyle>
          <a:p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8" name="Google Shape;88;p17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9" name="Google Shape;89;p17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0" name="Google Shape;90;p17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_ONLY_1_1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8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CUSTOM_4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" name="Google Shape;97;p19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" name="Google Shape;98;p19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" name="Google Shape;99;p19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" name="Google Shape;100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1" name="Google Shape;101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9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CUSTOM_4_1_1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0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6" name="Google Shape;106;p20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20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20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9" name="Google Shape;109;p20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10" name="Google Shape;110;p20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11" name="Google Shape;111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2" name="Google Shape;112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0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4" name="Google Shape;114;p20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5" name="Google Shape;115;p20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CUSTOM_5_1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CUSTOM_6_1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2" name="Google Shape;122;p22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3" name="Google Shape;123;p22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4" name="Google Shape;124;p22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5" name="Google Shape;125;p22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6" name="Google Shape;126;p22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2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2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30" name="Google Shape;130;p22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BLANK_1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 txBox="1">
            <a:spLocks noGrp="1"/>
          </p:cNvSpPr>
          <p:nvPr>
            <p:ph type="title"/>
          </p:nvPr>
        </p:nvSpPr>
        <p:spPr>
          <a:xfrm>
            <a:off x="697350" y="2932550"/>
            <a:ext cx="7749300" cy="101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>
            <a:endParaRPr/>
          </a:p>
        </p:txBody>
      </p:sp>
      <p:sp>
        <p:nvSpPr>
          <p:cNvPr id="133" name="Google Shape;133;p23"/>
          <p:cNvSpPr txBox="1">
            <a:spLocks noGrp="1"/>
          </p:cNvSpPr>
          <p:nvPr>
            <p:ph type="title" idx="2"/>
          </p:nvPr>
        </p:nvSpPr>
        <p:spPr>
          <a:xfrm>
            <a:off x="3278250" y="1194450"/>
            <a:ext cx="2587500" cy="19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2800"/>
              <a:buNone/>
              <a:defRPr sz="12800">
                <a:solidFill>
                  <a:schemeClr val="accent4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800"/>
              <a:buNone/>
              <a:defRPr sz="12800"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37">
          <p15:clr>
            <a:srgbClr val="E46962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secHead">
  <p:cSld name="SECTION_HEADER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4"/>
          <p:cNvSpPr txBox="1">
            <a:spLocks noGrp="1"/>
          </p:cNvSpPr>
          <p:nvPr>
            <p:ph type="title"/>
          </p:nvPr>
        </p:nvSpPr>
        <p:spPr>
          <a:xfrm>
            <a:off x="632850" y="1124700"/>
            <a:ext cx="7878300" cy="174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Hepta Slab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body" idx="1"/>
          </p:nvPr>
        </p:nvSpPr>
        <p:spPr>
          <a:xfrm>
            <a:off x="4064100" y="4335200"/>
            <a:ext cx="1015800" cy="266100"/>
          </a:xfrm>
          <a:prstGeom prst="rect">
            <a:avLst/>
          </a:prstGeom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subTitle" idx="2"/>
          </p:nvPr>
        </p:nvSpPr>
        <p:spPr>
          <a:xfrm>
            <a:off x="2857500" y="2902000"/>
            <a:ext cx="3765600" cy="9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1pPr>
            <a:lvl2pPr lvl="1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2pPr>
            <a:lvl3pPr lvl="2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3pPr>
            <a:lvl4pPr lvl="3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4pPr>
            <a:lvl5pPr lvl="4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5pPr>
            <a:lvl6pPr lvl="5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6pPr>
            <a:lvl7pPr lvl="6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7pPr>
            <a:lvl8pPr lvl="7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8pPr>
            <a:lvl9pPr lvl="8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/ Content" type="tx">
  <p:cSld name="TITLE_AND_BODY">
    <p:bg>
      <p:bgPr>
        <a:solidFill>
          <a:schemeClr val="accent4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5"/>
          <p:cNvSpPr txBox="1">
            <a:spLocks noGrp="1"/>
          </p:cNvSpPr>
          <p:nvPr>
            <p:ph type="subTitle" idx="1"/>
          </p:nvPr>
        </p:nvSpPr>
        <p:spPr>
          <a:xfrm>
            <a:off x="475075" y="309225"/>
            <a:ext cx="3655200" cy="3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endParaRPr/>
          </a:p>
        </p:txBody>
      </p:sp>
      <p:sp>
        <p:nvSpPr>
          <p:cNvPr id="142" name="Google Shape;142;p25"/>
          <p:cNvSpPr txBox="1">
            <a:spLocks noGrp="1"/>
          </p:cNvSpPr>
          <p:nvPr>
            <p:ph type="body" idx="2"/>
          </p:nvPr>
        </p:nvSpPr>
        <p:spPr>
          <a:xfrm>
            <a:off x="711097" y="980554"/>
            <a:ext cx="926100" cy="4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4064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marL="914400" lvl="1" indent="-3175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marL="1371600" lvl="2" indent="-3111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marL="1828800" lvl="3" indent="-304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marL="2286000" lvl="4" indent="-2984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marL="2743200" lvl="5" indent="-2921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marL="3200400" lvl="6" indent="-2857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marL="3657600" lvl="7" indent="-279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marL="4114800" lvl="8" indent="-2730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>
            <a:endParaRPr/>
          </a:p>
        </p:txBody>
      </p:sp>
      <p:sp>
        <p:nvSpPr>
          <p:cNvPr id="143" name="Google Shape;143;p25"/>
          <p:cNvSpPr txBox="1">
            <a:spLocks noGrp="1"/>
          </p:cNvSpPr>
          <p:nvPr>
            <p:ph type="subTitle" idx="3"/>
          </p:nvPr>
        </p:nvSpPr>
        <p:spPr>
          <a:xfrm>
            <a:off x="1699221" y="980279"/>
            <a:ext cx="2362200" cy="4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endParaRPr/>
          </a:p>
        </p:txBody>
      </p:sp>
      <p:sp>
        <p:nvSpPr>
          <p:cNvPr id="144" name="Google Shape;144;p25"/>
          <p:cNvSpPr txBox="1">
            <a:spLocks noGrp="1"/>
          </p:cNvSpPr>
          <p:nvPr>
            <p:ph type="body" idx="4"/>
          </p:nvPr>
        </p:nvSpPr>
        <p:spPr>
          <a:xfrm>
            <a:off x="2285797" y="1226054"/>
            <a:ext cx="1775700" cy="11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145" name="Google Shape;145;p25"/>
          <p:cNvSpPr txBox="1">
            <a:spLocks noGrp="1"/>
          </p:cNvSpPr>
          <p:nvPr>
            <p:ph type="body" idx="5"/>
          </p:nvPr>
        </p:nvSpPr>
        <p:spPr>
          <a:xfrm>
            <a:off x="711097" y="2222666"/>
            <a:ext cx="926100" cy="4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4064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marL="914400" lvl="1" indent="-3175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marL="1371600" lvl="2" indent="-3111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marL="1828800" lvl="3" indent="-304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marL="2286000" lvl="4" indent="-2984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marL="2743200" lvl="5" indent="-2921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marL="3200400" lvl="6" indent="-2857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marL="3657600" lvl="7" indent="-279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marL="4114800" lvl="8" indent="-2730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subTitle" idx="6"/>
          </p:nvPr>
        </p:nvSpPr>
        <p:spPr>
          <a:xfrm>
            <a:off x="1699221" y="2222391"/>
            <a:ext cx="2362200" cy="4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body" idx="7"/>
          </p:nvPr>
        </p:nvSpPr>
        <p:spPr>
          <a:xfrm>
            <a:off x="2285797" y="2468166"/>
            <a:ext cx="1775700" cy="84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body" idx="8"/>
          </p:nvPr>
        </p:nvSpPr>
        <p:spPr>
          <a:xfrm>
            <a:off x="711097" y="3219093"/>
            <a:ext cx="926100" cy="4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4064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marL="914400" lvl="1" indent="-3175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marL="1371600" lvl="2" indent="-3111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marL="1828800" lvl="3" indent="-304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marL="2286000" lvl="4" indent="-2984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marL="2743200" lvl="5" indent="-2921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marL="3200400" lvl="6" indent="-2857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marL="3657600" lvl="7" indent="-279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marL="4114800" lvl="8" indent="-2730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subTitle" idx="9"/>
          </p:nvPr>
        </p:nvSpPr>
        <p:spPr>
          <a:xfrm>
            <a:off x="1699221" y="3218818"/>
            <a:ext cx="2362200" cy="4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body" idx="13"/>
          </p:nvPr>
        </p:nvSpPr>
        <p:spPr>
          <a:xfrm>
            <a:off x="2285797" y="3464593"/>
            <a:ext cx="1775700" cy="84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body" idx="14"/>
          </p:nvPr>
        </p:nvSpPr>
        <p:spPr>
          <a:xfrm>
            <a:off x="4746581" y="980554"/>
            <a:ext cx="926100" cy="4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4064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marL="914400" lvl="1" indent="-3175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marL="1371600" lvl="2" indent="-3111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marL="1828800" lvl="3" indent="-304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marL="2286000" lvl="4" indent="-2984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marL="2743200" lvl="5" indent="-2921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marL="3200400" lvl="6" indent="-2857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marL="3657600" lvl="7" indent="-279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marL="4114800" lvl="8" indent="-2730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15"/>
          </p:nvPr>
        </p:nvSpPr>
        <p:spPr>
          <a:xfrm>
            <a:off x="5734705" y="980279"/>
            <a:ext cx="2362200" cy="4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endParaRPr/>
          </a:p>
        </p:txBody>
      </p:sp>
      <p:sp>
        <p:nvSpPr>
          <p:cNvPr id="153" name="Google Shape;153;p25"/>
          <p:cNvSpPr txBox="1">
            <a:spLocks noGrp="1"/>
          </p:cNvSpPr>
          <p:nvPr>
            <p:ph type="body" idx="16"/>
          </p:nvPr>
        </p:nvSpPr>
        <p:spPr>
          <a:xfrm>
            <a:off x="6321281" y="1226054"/>
            <a:ext cx="1775700" cy="11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154" name="Google Shape;154;p25"/>
          <p:cNvSpPr txBox="1">
            <a:spLocks noGrp="1"/>
          </p:cNvSpPr>
          <p:nvPr>
            <p:ph type="body" idx="17"/>
          </p:nvPr>
        </p:nvSpPr>
        <p:spPr>
          <a:xfrm>
            <a:off x="4746581" y="2222666"/>
            <a:ext cx="926100" cy="4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4064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marL="914400" lvl="1" indent="-3175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marL="1371600" lvl="2" indent="-3111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marL="1828800" lvl="3" indent="-304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marL="2286000" lvl="4" indent="-2984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marL="2743200" lvl="5" indent="-2921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marL="3200400" lvl="6" indent="-2857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marL="3657600" lvl="7" indent="-279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marL="4114800" lvl="8" indent="-2730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>
            <a:endParaRPr/>
          </a:p>
        </p:txBody>
      </p:sp>
      <p:sp>
        <p:nvSpPr>
          <p:cNvPr id="155" name="Google Shape;155;p25"/>
          <p:cNvSpPr txBox="1">
            <a:spLocks noGrp="1"/>
          </p:cNvSpPr>
          <p:nvPr>
            <p:ph type="subTitle" idx="18"/>
          </p:nvPr>
        </p:nvSpPr>
        <p:spPr>
          <a:xfrm>
            <a:off x="5734705" y="2222391"/>
            <a:ext cx="2362200" cy="4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endParaRPr/>
          </a:p>
        </p:txBody>
      </p:sp>
      <p:sp>
        <p:nvSpPr>
          <p:cNvPr id="156" name="Google Shape;156;p25"/>
          <p:cNvSpPr txBox="1">
            <a:spLocks noGrp="1"/>
          </p:cNvSpPr>
          <p:nvPr>
            <p:ph type="body" idx="19"/>
          </p:nvPr>
        </p:nvSpPr>
        <p:spPr>
          <a:xfrm>
            <a:off x="6321281" y="2468166"/>
            <a:ext cx="1775700" cy="84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157" name="Google Shape;157;p25"/>
          <p:cNvSpPr txBox="1">
            <a:spLocks noGrp="1"/>
          </p:cNvSpPr>
          <p:nvPr>
            <p:ph type="body" idx="20"/>
          </p:nvPr>
        </p:nvSpPr>
        <p:spPr>
          <a:xfrm>
            <a:off x="4746581" y="3219093"/>
            <a:ext cx="926100" cy="4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4064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marL="914400" lvl="1" indent="-3175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marL="1371600" lvl="2" indent="-3111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marL="1828800" lvl="3" indent="-3048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marL="2286000" lvl="4" indent="-2984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marL="2743200" lvl="5" indent="-2921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marL="3200400" lvl="6" indent="-2857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900"/>
              <a:buFont typeface="Barlow ExtraLight"/>
              <a:buChar char="●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marL="3657600" lvl="7" indent="-279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800"/>
              <a:buFont typeface="Barlow ExtraLight"/>
              <a:buChar char="○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marL="4114800" lvl="8" indent="-27305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ExtraLight"/>
              <a:buChar char="■"/>
              <a:defRPr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>
            <a:endParaRPr/>
          </a:p>
        </p:txBody>
      </p:sp>
      <p:sp>
        <p:nvSpPr>
          <p:cNvPr id="158" name="Google Shape;158;p25"/>
          <p:cNvSpPr txBox="1">
            <a:spLocks noGrp="1"/>
          </p:cNvSpPr>
          <p:nvPr>
            <p:ph type="subTitle" idx="21"/>
          </p:nvPr>
        </p:nvSpPr>
        <p:spPr>
          <a:xfrm>
            <a:off x="5734705" y="3218818"/>
            <a:ext cx="2362200" cy="47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endParaRPr/>
          </a:p>
        </p:txBody>
      </p:sp>
      <p:sp>
        <p:nvSpPr>
          <p:cNvPr id="159" name="Google Shape;159;p25"/>
          <p:cNvSpPr txBox="1">
            <a:spLocks noGrp="1"/>
          </p:cNvSpPr>
          <p:nvPr>
            <p:ph type="body" idx="22"/>
          </p:nvPr>
        </p:nvSpPr>
        <p:spPr>
          <a:xfrm>
            <a:off x="6321281" y="3464593"/>
            <a:ext cx="1775700" cy="84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160" name="Google Shape;160;p25"/>
          <p:cNvSpPr txBox="1">
            <a:spLocks noGrp="1"/>
          </p:cNvSpPr>
          <p:nvPr>
            <p:ph type="sldNum" idx="12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100">
                <a:solidFill>
                  <a:schemeClr val="accent3"/>
                </a:solidFill>
              </a:defRPr>
            </a:lvl1pPr>
            <a:lvl2pPr lvl="1" rtl="0">
              <a:buNone/>
              <a:defRPr sz="1100">
                <a:solidFill>
                  <a:schemeClr val="accent3"/>
                </a:solidFill>
              </a:defRPr>
            </a:lvl2pPr>
            <a:lvl3pPr lvl="2" rtl="0">
              <a:buNone/>
              <a:defRPr sz="1100">
                <a:solidFill>
                  <a:schemeClr val="accent3"/>
                </a:solidFill>
              </a:defRPr>
            </a:lvl3pPr>
            <a:lvl4pPr lvl="3" rtl="0">
              <a:buNone/>
              <a:defRPr sz="1100">
                <a:solidFill>
                  <a:schemeClr val="accent3"/>
                </a:solidFill>
              </a:defRPr>
            </a:lvl4pPr>
            <a:lvl5pPr lvl="4" rtl="0">
              <a:buNone/>
              <a:defRPr sz="1100">
                <a:solidFill>
                  <a:schemeClr val="accent3"/>
                </a:solidFill>
              </a:defRPr>
            </a:lvl5pPr>
            <a:lvl6pPr lvl="5" rtl="0">
              <a:buNone/>
              <a:defRPr sz="1100">
                <a:solidFill>
                  <a:schemeClr val="accent3"/>
                </a:solidFill>
              </a:defRPr>
            </a:lvl6pPr>
            <a:lvl7pPr lvl="6" rtl="0">
              <a:buNone/>
              <a:defRPr sz="1100">
                <a:solidFill>
                  <a:schemeClr val="accent3"/>
                </a:solidFill>
              </a:defRPr>
            </a:lvl7pPr>
            <a:lvl8pPr lvl="7" rtl="0">
              <a:buNone/>
              <a:defRPr sz="1100">
                <a:solidFill>
                  <a:schemeClr val="accent3"/>
                </a:solidFill>
              </a:defRPr>
            </a:lvl8pPr>
            <a:lvl9pPr lvl="8" rtl="0">
              <a:buNone/>
              <a:defRPr sz="1100">
                <a:solidFill>
                  <a:schemeClr val="accent3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60">
          <p15:clr>
            <a:srgbClr val="E46962"/>
          </p15:clr>
        </p15:guide>
        <p15:guide id="2" orient="horz" pos="360">
          <p15:clr>
            <a:srgbClr val="E46962"/>
          </p15:clr>
        </p15:guide>
        <p15:guide id="3" orient="horz" pos="1048">
          <p15:clr>
            <a:srgbClr val="E46962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Image" type="twoColTx">
  <p:cSld name="TITLE_AND_TWO_COLUMNS">
    <p:bg>
      <p:bgPr>
        <a:solidFill>
          <a:schemeClr val="dk1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6"/>
          <p:cNvSpPr/>
          <p:nvPr/>
        </p:nvSpPr>
        <p:spPr>
          <a:xfrm>
            <a:off x="0" y="0"/>
            <a:ext cx="9144000" cy="1631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26"/>
          <p:cNvSpPr txBox="1"/>
          <p:nvPr/>
        </p:nvSpPr>
        <p:spPr>
          <a:xfrm>
            <a:off x="6262625" y="1205946"/>
            <a:ext cx="2155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i="1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rPr>
              <a:t>Lorem ipsum dolor sit amet, consectetur adipiscing elit.</a:t>
            </a:r>
            <a:endParaRPr sz="700" i="1">
              <a:solidFill>
                <a:schemeClr val="lt1"/>
              </a:solidFill>
              <a:latin typeface="Barlow Medium"/>
              <a:ea typeface="Barlow Medium"/>
              <a:cs typeface="Barlow Medium"/>
              <a:sym typeface="Barlow Medium"/>
            </a:endParaRPr>
          </a:p>
        </p:txBody>
      </p:sp>
      <p:sp>
        <p:nvSpPr>
          <p:cNvPr id="164" name="Google Shape;164;p26"/>
          <p:cNvSpPr>
            <a:spLocks noGrp="1"/>
          </p:cNvSpPr>
          <p:nvPr>
            <p:ph type="pic" idx="2"/>
          </p:nvPr>
        </p:nvSpPr>
        <p:spPr>
          <a:xfrm>
            <a:off x="3915225" y="1631250"/>
            <a:ext cx="4441200" cy="30099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165" name="Google Shape;165;p26"/>
          <p:cNvSpPr txBox="1">
            <a:spLocks noGrp="1"/>
          </p:cNvSpPr>
          <p:nvPr>
            <p:ph type="body" idx="1"/>
          </p:nvPr>
        </p:nvSpPr>
        <p:spPr>
          <a:xfrm>
            <a:off x="791150" y="1835400"/>
            <a:ext cx="2094000" cy="846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subTitle" idx="3"/>
          </p:nvPr>
        </p:nvSpPr>
        <p:spPr>
          <a:xfrm>
            <a:off x="791150" y="522625"/>
            <a:ext cx="3918300" cy="100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Font typeface="Hepta Slab Medium"/>
              <a:buNone/>
              <a:defRPr sz="3600"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sldNum" idx="12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100">
                <a:solidFill>
                  <a:schemeClr val="accent3"/>
                </a:solidFill>
              </a:defRPr>
            </a:lvl1pPr>
            <a:lvl2pPr lvl="1" rtl="0">
              <a:buNone/>
              <a:defRPr sz="1100">
                <a:solidFill>
                  <a:schemeClr val="accent3"/>
                </a:solidFill>
              </a:defRPr>
            </a:lvl2pPr>
            <a:lvl3pPr lvl="2" rtl="0">
              <a:buNone/>
              <a:defRPr sz="1100">
                <a:solidFill>
                  <a:schemeClr val="accent3"/>
                </a:solidFill>
              </a:defRPr>
            </a:lvl3pPr>
            <a:lvl4pPr lvl="3" rtl="0">
              <a:buNone/>
              <a:defRPr sz="1100">
                <a:solidFill>
                  <a:schemeClr val="accent3"/>
                </a:solidFill>
              </a:defRPr>
            </a:lvl4pPr>
            <a:lvl5pPr lvl="4" rtl="0">
              <a:buNone/>
              <a:defRPr sz="1100">
                <a:solidFill>
                  <a:schemeClr val="accent3"/>
                </a:solidFill>
              </a:defRPr>
            </a:lvl5pPr>
            <a:lvl6pPr lvl="5" rtl="0">
              <a:buNone/>
              <a:defRPr sz="1100">
                <a:solidFill>
                  <a:schemeClr val="accent3"/>
                </a:solidFill>
              </a:defRPr>
            </a:lvl6pPr>
            <a:lvl7pPr lvl="6" rtl="0">
              <a:buNone/>
              <a:defRPr sz="1100">
                <a:solidFill>
                  <a:schemeClr val="accent3"/>
                </a:solidFill>
              </a:defRPr>
            </a:lvl7pPr>
            <a:lvl8pPr lvl="7" rtl="0">
              <a:buNone/>
              <a:defRPr sz="1100">
                <a:solidFill>
                  <a:schemeClr val="accent3"/>
                </a:solidFill>
              </a:defRPr>
            </a:lvl8pPr>
            <a:lvl9pPr lvl="8" rtl="0">
              <a:buNone/>
              <a:defRPr sz="1100">
                <a:solidFill>
                  <a:schemeClr val="accent3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 text">
  <p:cSld name="TITLE_AND_TWO_COLUMNS_1">
    <p:bg>
      <p:bgPr>
        <a:solidFill>
          <a:schemeClr val="dk1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7"/>
          <p:cNvSpPr/>
          <p:nvPr/>
        </p:nvSpPr>
        <p:spPr>
          <a:xfrm>
            <a:off x="0" y="0"/>
            <a:ext cx="9144000" cy="1631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27"/>
          <p:cNvSpPr txBox="1">
            <a:spLocks noGrp="1"/>
          </p:cNvSpPr>
          <p:nvPr>
            <p:ph type="subTitle" idx="1"/>
          </p:nvPr>
        </p:nvSpPr>
        <p:spPr>
          <a:xfrm>
            <a:off x="791150" y="522625"/>
            <a:ext cx="5173200" cy="976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600"/>
              <a:buFont typeface="Hepta Slab Medium"/>
              <a:buNone/>
              <a:defRPr sz="3600"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>
            <a:endParaRPr/>
          </a:p>
        </p:txBody>
      </p:sp>
      <p:sp>
        <p:nvSpPr>
          <p:cNvPr id="171" name="Google Shape;171;p27"/>
          <p:cNvSpPr txBox="1">
            <a:spLocks noGrp="1"/>
          </p:cNvSpPr>
          <p:nvPr>
            <p:ph type="body" idx="2"/>
          </p:nvPr>
        </p:nvSpPr>
        <p:spPr>
          <a:xfrm>
            <a:off x="685450" y="2180950"/>
            <a:ext cx="3579600" cy="23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7"/>
          <p:cNvSpPr txBox="1">
            <a:spLocks noGrp="1"/>
          </p:cNvSpPr>
          <p:nvPr>
            <p:ph type="body" idx="3"/>
          </p:nvPr>
        </p:nvSpPr>
        <p:spPr>
          <a:xfrm>
            <a:off x="4601077" y="2180950"/>
            <a:ext cx="3579600" cy="23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 sz="1100">
                <a:solidFill>
                  <a:schemeClr val="lt1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 sz="1100">
                <a:solidFill>
                  <a:schemeClr val="lt1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 sz="1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27"/>
          <p:cNvSpPr txBox="1">
            <a:spLocks noGrp="1"/>
          </p:cNvSpPr>
          <p:nvPr>
            <p:ph type="sldNum" idx="12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100">
                <a:solidFill>
                  <a:schemeClr val="accent3"/>
                </a:solidFill>
              </a:defRPr>
            </a:lvl1pPr>
            <a:lvl2pPr lvl="1" rtl="0">
              <a:buNone/>
              <a:defRPr sz="1100">
                <a:solidFill>
                  <a:schemeClr val="accent3"/>
                </a:solidFill>
              </a:defRPr>
            </a:lvl2pPr>
            <a:lvl3pPr lvl="2" rtl="0">
              <a:buNone/>
              <a:defRPr sz="1100">
                <a:solidFill>
                  <a:schemeClr val="accent3"/>
                </a:solidFill>
              </a:defRPr>
            </a:lvl3pPr>
            <a:lvl4pPr lvl="3" rtl="0">
              <a:buNone/>
              <a:defRPr sz="1100">
                <a:solidFill>
                  <a:schemeClr val="accent3"/>
                </a:solidFill>
              </a:defRPr>
            </a:lvl4pPr>
            <a:lvl5pPr lvl="4" rtl="0">
              <a:buNone/>
              <a:defRPr sz="1100">
                <a:solidFill>
                  <a:schemeClr val="accent3"/>
                </a:solidFill>
              </a:defRPr>
            </a:lvl5pPr>
            <a:lvl6pPr lvl="5" rtl="0">
              <a:buNone/>
              <a:defRPr sz="1100">
                <a:solidFill>
                  <a:schemeClr val="accent3"/>
                </a:solidFill>
              </a:defRPr>
            </a:lvl6pPr>
            <a:lvl7pPr lvl="6" rtl="0">
              <a:buNone/>
              <a:defRPr sz="1100">
                <a:solidFill>
                  <a:schemeClr val="accent3"/>
                </a:solidFill>
              </a:defRPr>
            </a:lvl7pPr>
            <a:lvl8pPr lvl="7" rtl="0">
              <a:buNone/>
              <a:defRPr sz="1100">
                <a:solidFill>
                  <a:schemeClr val="accent3"/>
                </a:solidFill>
              </a:defRPr>
            </a:lvl8pPr>
            <a:lvl9pPr lvl="8" rtl="0">
              <a:buNone/>
              <a:defRPr sz="1100">
                <a:solidFill>
                  <a:schemeClr val="accent3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/ Company Overview" type="titleOnly">
  <p:cSld name="TITLE_ONLY">
    <p:bg>
      <p:bgPr>
        <a:solidFill>
          <a:schemeClr val="accent4"/>
        </a:solid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8"/>
          <p:cNvSpPr>
            <a:spLocks noGrp="1"/>
          </p:cNvSpPr>
          <p:nvPr>
            <p:ph type="pic" idx="2"/>
          </p:nvPr>
        </p:nvSpPr>
        <p:spPr>
          <a:xfrm>
            <a:off x="791150" y="522900"/>
            <a:ext cx="1294800" cy="1918500"/>
          </a:xfrm>
          <a:prstGeom prst="rect">
            <a:avLst/>
          </a:prstGeom>
          <a:noFill/>
          <a:ln>
            <a:noFill/>
          </a:ln>
        </p:spPr>
      </p:sp>
      <p:sp>
        <p:nvSpPr>
          <p:cNvPr id="176" name="Google Shape;176;p28"/>
          <p:cNvSpPr>
            <a:spLocks noGrp="1"/>
          </p:cNvSpPr>
          <p:nvPr>
            <p:ph type="pic" idx="3"/>
          </p:nvPr>
        </p:nvSpPr>
        <p:spPr>
          <a:xfrm>
            <a:off x="2355375" y="522900"/>
            <a:ext cx="1294800" cy="1918500"/>
          </a:xfrm>
          <a:prstGeom prst="rect">
            <a:avLst/>
          </a:prstGeom>
          <a:noFill/>
          <a:ln>
            <a:noFill/>
          </a:ln>
        </p:spPr>
      </p:sp>
      <p:sp>
        <p:nvSpPr>
          <p:cNvPr id="177" name="Google Shape;177;p28"/>
          <p:cNvSpPr>
            <a:spLocks noGrp="1"/>
          </p:cNvSpPr>
          <p:nvPr>
            <p:ph type="pic" idx="4"/>
          </p:nvPr>
        </p:nvSpPr>
        <p:spPr>
          <a:xfrm>
            <a:off x="3921313" y="522900"/>
            <a:ext cx="1294800" cy="1918500"/>
          </a:xfrm>
          <a:prstGeom prst="rect">
            <a:avLst/>
          </a:prstGeom>
          <a:noFill/>
          <a:ln>
            <a:noFill/>
          </a:ln>
        </p:spPr>
      </p:sp>
      <p:sp>
        <p:nvSpPr>
          <p:cNvPr id="178" name="Google Shape;178;p28"/>
          <p:cNvSpPr>
            <a:spLocks noGrp="1"/>
          </p:cNvSpPr>
          <p:nvPr>
            <p:ph type="pic" idx="5"/>
          </p:nvPr>
        </p:nvSpPr>
        <p:spPr>
          <a:xfrm>
            <a:off x="5491588" y="522900"/>
            <a:ext cx="1294800" cy="1918500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28"/>
          <p:cNvSpPr txBox="1">
            <a:spLocks noGrp="1"/>
          </p:cNvSpPr>
          <p:nvPr>
            <p:ph type="body" idx="1"/>
          </p:nvPr>
        </p:nvSpPr>
        <p:spPr>
          <a:xfrm>
            <a:off x="680850" y="3443850"/>
            <a:ext cx="3074700" cy="103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406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marL="914400" lvl="1" indent="-406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○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marL="1371600" lvl="2" indent="-406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■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marL="1828800" lvl="3" indent="-406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marL="2286000" lvl="4" indent="-406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○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marL="2743200" lvl="5" indent="-406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■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marL="3200400" lvl="6" indent="-406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●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marL="3657600" lvl="7" indent="-406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○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marL="4114800" lvl="8" indent="-40640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Char char="■"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>
            <a:endParaRPr/>
          </a:p>
        </p:txBody>
      </p:sp>
      <p:sp>
        <p:nvSpPr>
          <p:cNvPr id="180" name="Google Shape;180;p28"/>
          <p:cNvSpPr txBox="1">
            <a:spLocks noGrp="1"/>
          </p:cNvSpPr>
          <p:nvPr>
            <p:ph type="body" idx="6"/>
          </p:nvPr>
        </p:nvSpPr>
        <p:spPr>
          <a:xfrm>
            <a:off x="4123900" y="3443850"/>
            <a:ext cx="4030200" cy="116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181" name="Google Shape;181;p28"/>
          <p:cNvSpPr txBox="1">
            <a:spLocks noGrp="1"/>
          </p:cNvSpPr>
          <p:nvPr>
            <p:ph type="body" idx="7"/>
          </p:nvPr>
        </p:nvSpPr>
        <p:spPr>
          <a:xfrm>
            <a:off x="705088" y="2737270"/>
            <a:ext cx="1294800" cy="2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182" name="Google Shape;182;p28"/>
          <p:cNvSpPr txBox="1">
            <a:spLocks noGrp="1"/>
          </p:cNvSpPr>
          <p:nvPr>
            <p:ph type="body" idx="8"/>
          </p:nvPr>
        </p:nvSpPr>
        <p:spPr>
          <a:xfrm>
            <a:off x="2258888" y="2737270"/>
            <a:ext cx="1294800" cy="2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183" name="Google Shape;183;p28"/>
          <p:cNvSpPr txBox="1">
            <a:spLocks noGrp="1"/>
          </p:cNvSpPr>
          <p:nvPr>
            <p:ph type="body" idx="9"/>
          </p:nvPr>
        </p:nvSpPr>
        <p:spPr>
          <a:xfrm>
            <a:off x="3827513" y="2737270"/>
            <a:ext cx="1294800" cy="2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184" name="Google Shape;184;p28"/>
          <p:cNvSpPr txBox="1">
            <a:spLocks noGrp="1"/>
          </p:cNvSpPr>
          <p:nvPr>
            <p:ph type="body" idx="13"/>
          </p:nvPr>
        </p:nvSpPr>
        <p:spPr>
          <a:xfrm>
            <a:off x="5395113" y="2737270"/>
            <a:ext cx="1294800" cy="2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185" name="Google Shape;185;p28"/>
          <p:cNvSpPr txBox="1">
            <a:spLocks noGrp="1"/>
          </p:cNvSpPr>
          <p:nvPr>
            <p:ph type="body" idx="14"/>
          </p:nvPr>
        </p:nvSpPr>
        <p:spPr>
          <a:xfrm>
            <a:off x="705091" y="2464123"/>
            <a:ext cx="1294800" cy="25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body" idx="15"/>
          </p:nvPr>
        </p:nvSpPr>
        <p:spPr>
          <a:xfrm>
            <a:off x="2258891" y="2464123"/>
            <a:ext cx="1294800" cy="25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body" idx="16"/>
          </p:nvPr>
        </p:nvSpPr>
        <p:spPr>
          <a:xfrm>
            <a:off x="3827003" y="2464123"/>
            <a:ext cx="1294800" cy="25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body" idx="17"/>
          </p:nvPr>
        </p:nvSpPr>
        <p:spPr>
          <a:xfrm>
            <a:off x="5396128" y="2464123"/>
            <a:ext cx="1294800" cy="25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●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○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700"/>
              <a:buFont typeface="Barlow Medium"/>
              <a:buChar char="■"/>
              <a:defRPr sz="700">
                <a:solidFill>
                  <a:schemeClr val="accent3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sldNum" idx="12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100">
                <a:solidFill>
                  <a:schemeClr val="accent3"/>
                </a:solidFill>
              </a:defRPr>
            </a:lvl1pPr>
            <a:lvl2pPr lvl="1" rtl="0">
              <a:buNone/>
              <a:defRPr sz="1100">
                <a:solidFill>
                  <a:schemeClr val="accent3"/>
                </a:solidFill>
              </a:defRPr>
            </a:lvl2pPr>
            <a:lvl3pPr lvl="2" rtl="0">
              <a:buNone/>
              <a:defRPr sz="1100">
                <a:solidFill>
                  <a:schemeClr val="accent3"/>
                </a:solidFill>
              </a:defRPr>
            </a:lvl3pPr>
            <a:lvl4pPr lvl="3" rtl="0">
              <a:buNone/>
              <a:defRPr sz="1100">
                <a:solidFill>
                  <a:schemeClr val="accent3"/>
                </a:solidFill>
              </a:defRPr>
            </a:lvl4pPr>
            <a:lvl5pPr lvl="4" rtl="0">
              <a:buNone/>
              <a:defRPr sz="1100">
                <a:solidFill>
                  <a:schemeClr val="accent3"/>
                </a:solidFill>
              </a:defRPr>
            </a:lvl5pPr>
            <a:lvl6pPr lvl="5" rtl="0">
              <a:buNone/>
              <a:defRPr sz="1100">
                <a:solidFill>
                  <a:schemeClr val="accent3"/>
                </a:solidFill>
              </a:defRPr>
            </a:lvl6pPr>
            <a:lvl7pPr lvl="6" rtl="0">
              <a:buNone/>
              <a:defRPr sz="1100">
                <a:solidFill>
                  <a:schemeClr val="accent3"/>
                </a:solidFill>
              </a:defRPr>
            </a:lvl7pPr>
            <a:lvl8pPr lvl="7" rtl="0">
              <a:buNone/>
              <a:defRPr sz="1100">
                <a:solidFill>
                  <a:schemeClr val="accent3"/>
                </a:solidFill>
              </a:defRPr>
            </a:lvl8pPr>
            <a:lvl9pPr lvl="8" rtl="0">
              <a:buNone/>
              <a:defRPr sz="1100">
                <a:solidFill>
                  <a:schemeClr val="accent3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etitive Landscape">
  <p:cSld name="ONE_COLUMN_TEXT">
    <p:bg>
      <p:bgPr>
        <a:solidFill>
          <a:schemeClr val="dk1"/>
        </a:soli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9"/>
          <p:cNvSpPr txBox="1">
            <a:spLocks noGrp="1"/>
          </p:cNvSpPr>
          <p:nvPr>
            <p:ph type="body" idx="1"/>
          </p:nvPr>
        </p:nvSpPr>
        <p:spPr>
          <a:xfrm>
            <a:off x="791150" y="738025"/>
            <a:ext cx="39183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○"/>
              <a:defRPr sz="1100"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○"/>
              <a:defRPr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○"/>
              <a:defRPr sz="1100"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192" name="Google Shape;192;p29"/>
          <p:cNvSpPr txBox="1">
            <a:spLocks noGrp="1"/>
          </p:cNvSpPr>
          <p:nvPr>
            <p:ph type="subTitle" idx="2"/>
          </p:nvPr>
        </p:nvSpPr>
        <p:spPr>
          <a:xfrm>
            <a:off x="791150" y="522625"/>
            <a:ext cx="3918300" cy="21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>
            <a:endParaRPr/>
          </a:p>
        </p:txBody>
      </p:sp>
      <p:sp>
        <p:nvSpPr>
          <p:cNvPr id="193" name="Google Shape;193;p29"/>
          <p:cNvSpPr txBox="1">
            <a:spLocks noGrp="1"/>
          </p:cNvSpPr>
          <p:nvPr>
            <p:ph type="sldNum" idx="12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100">
                <a:solidFill>
                  <a:schemeClr val="accent3"/>
                </a:solidFill>
              </a:defRPr>
            </a:lvl1pPr>
            <a:lvl2pPr lvl="1" rtl="0">
              <a:buNone/>
              <a:defRPr sz="1100">
                <a:solidFill>
                  <a:schemeClr val="accent3"/>
                </a:solidFill>
              </a:defRPr>
            </a:lvl2pPr>
            <a:lvl3pPr lvl="2" rtl="0">
              <a:buNone/>
              <a:defRPr sz="1100">
                <a:solidFill>
                  <a:schemeClr val="accent3"/>
                </a:solidFill>
              </a:defRPr>
            </a:lvl3pPr>
            <a:lvl4pPr lvl="3" rtl="0">
              <a:buNone/>
              <a:defRPr sz="1100">
                <a:solidFill>
                  <a:schemeClr val="accent3"/>
                </a:solidFill>
              </a:defRPr>
            </a:lvl4pPr>
            <a:lvl5pPr lvl="4" rtl="0">
              <a:buNone/>
              <a:defRPr sz="1100">
                <a:solidFill>
                  <a:schemeClr val="accent3"/>
                </a:solidFill>
              </a:defRPr>
            </a:lvl5pPr>
            <a:lvl6pPr lvl="5" rtl="0">
              <a:buNone/>
              <a:defRPr sz="1100">
                <a:solidFill>
                  <a:schemeClr val="accent3"/>
                </a:solidFill>
              </a:defRPr>
            </a:lvl6pPr>
            <a:lvl7pPr lvl="6" rtl="0">
              <a:buNone/>
              <a:defRPr sz="1100">
                <a:solidFill>
                  <a:schemeClr val="accent3"/>
                </a:solidFill>
              </a:defRPr>
            </a:lvl7pPr>
            <a:lvl8pPr lvl="7" rtl="0">
              <a:buNone/>
              <a:defRPr sz="1100">
                <a:solidFill>
                  <a:schemeClr val="accent3"/>
                </a:solidFill>
              </a:defRPr>
            </a:lvl8pPr>
            <a:lvl9pPr lvl="8" rtl="0">
              <a:buNone/>
              <a:defRPr sz="1100">
                <a:solidFill>
                  <a:schemeClr val="accent3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rket Trends + Data">
  <p:cSld name="MAIN_POINT">
    <p:bg>
      <p:bgPr>
        <a:solidFill>
          <a:schemeClr val="dk1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0"/>
          <p:cNvSpPr txBox="1">
            <a:spLocks noGrp="1"/>
          </p:cNvSpPr>
          <p:nvPr>
            <p:ph type="subTitle" idx="1"/>
          </p:nvPr>
        </p:nvSpPr>
        <p:spPr>
          <a:xfrm>
            <a:off x="690250" y="415625"/>
            <a:ext cx="1261800" cy="27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endParaRPr/>
          </a:p>
        </p:txBody>
      </p:sp>
      <p:sp>
        <p:nvSpPr>
          <p:cNvPr id="196" name="Google Shape;196;p30"/>
          <p:cNvSpPr txBox="1">
            <a:spLocks noGrp="1"/>
          </p:cNvSpPr>
          <p:nvPr>
            <p:ph type="subTitle" idx="2"/>
          </p:nvPr>
        </p:nvSpPr>
        <p:spPr>
          <a:xfrm>
            <a:off x="480420" y="290626"/>
            <a:ext cx="3592200" cy="33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Hepta Slab Light"/>
                <a:ea typeface="Hepta Slab Light"/>
                <a:cs typeface="Hepta Slab Light"/>
                <a:sym typeface="Hepta Slab Light"/>
              </a:defRPr>
            </a:lvl9pPr>
          </a:lstStyle>
          <a:p>
            <a:endParaRPr/>
          </a:p>
        </p:txBody>
      </p:sp>
      <p:sp>
        <p:nvSpPr>
          <p:cNvPr id="197" name="Google Shape;197;p30"/>
          <p:cNvSpPr txBox="1">
            <a:spLocks noGrp="1"/>
          </p:cNvSpPr>
          <p:nvPr>
            <p:ph type="body" idx="3"/>
          </p:nvPr>
        </p:nvSpPr>
        <p:spPr>
          <a:xfrm>
            <a:off x="480425" y="534275"/>
            <a:ext cx="4878300" cy="191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198" name="Google Shape;198;p30"/>
          <p:cNvSpPr txBox="1">
            <a:spLocks noGrp="1"/>
          </p:cNvSpPr>
          <p:nvPr>
            <p:ph type="sldNum" idx="12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lvl="2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lvl="3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lvl="4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lvl="5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lvl="6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lvl="7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lvl="8" rtl="0">
              <a:buNone/>
              <a:defRPr sz="1100">
                <a:solidFill>
                  <a:schemeClr val="accent3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60">
          <p15:clr>
            <a:srgbClr val="E46962"/>
          </p15:clr>
        </p15:guide>
        <p15:guide id="2" orient="horz" pos="347">
          <p15:clr>
            <a:srgbClr val="E46962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WOT Analysis">
  <p:cSld name="CUSTOM_14">
    <p:bg>
      <p:bgPr>
        <a:solidFill>
          <a:schemeClr val="dk1"/>
        </a:solid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1"/>
          <p:cNvSpPr txBox="1">
            <a:spLocks noGrp="1"/>
          </p:cNvSpPr>
          <p:nvPr>
            <p:ph type="title"/>
          </p:nvPr>
        </p:nvSpPr>
        <p:spPr>
          <a:xfrm>
            <a:off x="723861" y="1584738"/>
            <a:ext cx="2670600" cy="31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201" name="Google Shape;201;p31"/>
          <p:cNvSpPr txBox="1">
            <a:spLocks noGrp="1"/>
          </p:cNvSpPr>
          <p:nvPr>
            <p:ph type="title" idx="2"/>
          </p:nvPr>
        </p:nvSpPr>
        <p:spPr>
          <a:xfrm>
            <a:off x="723861" y="2390981"/>
            <a:ext cx="2670600" cy="31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202" name="Google Shape;202;p31"/>
          <p:cNvSpPr txBox="1">
            <a:spLocks noGrp="1"/>
          </p:cNvSpPr>
          <p:nvPr>
            <p:ph type="title" idx="3"/>
          </p:nvPr>
        </p:nvSpPr>
        <p:spPr>
          <a:xfrm>
            <a:off x="723861" y="3157931"/>
            <a:ext cx="2670600" cy="31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203" name="Google Shape;203;p31"/>
          <p:cNvSpPr txBox="1">
            <a:spLocks noGrp="1"/>
          </p:cNvSpPr>
          <p:nvPr>
            <p:ph type="title" idx="4"/>
          </p:nvPr>
        </p:nvSpPr>
        <p:spPr>
          <a:xfrm>
            <a:off x="723861" y="3954905"/>
            <a:ext cx="2670600" cy="31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Barlow Medium"/>
              <a:buNone/>
              <a:defRPr sz="15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204" name="Google Shape;204;p31"/>
          <p:cNvSpPr txBox="1">
            <a:spLocks noGrp="1"/>
          </p:cNvSpPr>
          <p:nvPr>
            <p:ph type="subTitle" idx="1"/>
          </p:nvPr>
        </p:nvSpPr>
        <p:spPr>
          <a:xfrm>
            <a:off x="480420" y="290626"/>
            <a:ext cx="3592200" cy="33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endParaRPr/>
          </a:p>
        </p:txBody>
      </p:sp>
      <p:sp>
        <p:nvSpPr>
          <p:cNvPr id="205" name="Google Shape;205;p31"/>
          <p:cNvSpPr txBox="1">
            <a:spLocks noGrp="1"/>
          </p:cNvSpPr>
          <p:nvPr>
            <p:ph type="body" idx="5"/>
          </p:nvPr>
        </p:nvSpPr>
        <p:spPr>
          <a:xfrm>
            <a:off x="480425" y="610475"/>
            <a:ext cx="4878300" cy="3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Barlow"/>
              <a:buChar char="■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Barlow"/>
              <a:buChar char="●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Barlow"/>
              <a:buChar char="■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Barlow"/>
              <a:buChar char="●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"/>
              <a:buChar char="■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206" name="Google Shape;206;p31"/>
          <p:cNvSpPr txBox="1">
            <a:spLocks noGrp="1"/>
          </p:cNvSpPr>
          <p:nvPr>
            <p:ph type="sldNum" idx="12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100">
                <a:solidFill>
                  <a:schemeClr val="accent3"/>
                </a:solidFill>
              </a:defRPr>
            </a:lvl1pPr>
            <a:lvl2pPr lvl="1" rtl="0">
              <a:buNone/>
              <a:defRPr sz="1100">
                <a:solidFill>
                  <a:schemeClr val="accent3"/>
                </a:solidFill>
              </a:defRPr>
            </a:lvl2pPr>
            <a:lvl3pPr lvl="2" rtl="0">
              <a:buNone/>
              <a:defRPr sz="1100">
                <a:solidFill>
                  <a:schemeClr val="accent3"/>
                </a:solidFill>
              </a:defRPr>
            </a:lvl3pPr>
            <a:lvl4pPr lvl="3" rtl="0">
              <a:buNone/>
              <a:defRPr sz="1100">
                <a:solidFill>
                  <a:schemeClr val="accent3"/>
                </a:solidFill>
              </a:defRPr>
            </a:lvl4pPr>
            <a:lvl5pPr lvl="4" rtl="0">
              <a:buNone/>
              <a:defRPr sz="1100">
                <a:solidFill>
                  <a:schemeClr val="accent3"/>
                </a:solidFill>
              </a:defRPr>
            </a:lvl5pPr>
            <a:lvl6pPr lvl="5" rtl="0">
              <a:buNone/>
              <a:defRPr sz="1100">
                <a:solidFill>
                  <a:schemeClr val="accent3"/>
                </a:solidFill>
              </a:defRPr>
            </a:lvl6pPr>
            <a:lvl7pPr lvl="6" rtl="0">
              <a:buNone/>
              <a:defRPr sz="1100">
                <a:solidFill>
                  <a:schemeClr val="accent3"/>
                </a:solidFill>
              </a:defRPr>
            </a:lvl7pPr>
            <a:lvl8pPr lvl="7" rtl="0">
              <a:buNone/>
              <a:defRPr sz="1100">
                <a:solidFill>
                  <a:schemeClr val="accent3"/>
                </a:solidFill>
              </a:defRPr>
            </a:lvl8pPr>
            <a:lvl9pPr lvl="8" rtl="0">
              <a:buNone/>
              <a:defRPr sz="1100">
                <a:solidFill>
                  <a:schemeClr val="accent3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losing / Thank You">
  <p:cSld name="CUSTOM_13">
    <p:bg>
      <p:bgPr>
        <a:solidFill>
          <a:schemeClr val="lt1"/>
        </a:solidFill>
        <a:effectLst/>
      </p:bgPr>
    </p:bg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2"/>
          <p:cNvSpPr txBox="1">
            <a:spLocks noGrp="1"/>
          </p:cNvSpPr>
          <p:nvPr>
            <p:ph type="title"/>
          </p:nvPr>
        </p:nvSpPr>
        <p:spPr>
          <a:xfrm>
            <a:off x="455221" y="1321125"/>
            <a:ext cx="5094600" cy="1749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endParaRPr/>
          </a:p>
        </p:txBody>
      </p:sp>
      <p:sp>
        <p:nvSpPr>
          <p:cNvPr id="209" name="Google Shape;209;p32"/>
          <p:cNvSpPr txBox="1">
            <a:spLocks noGrp="1"/>
          </p:cNvSpPr>
          <p:nvPr>
            <p:ph type="body" idx="1"/>
          </p:nvPr>
        </p:nvSpPr>
        <p:spPr>
          <a:xfrm>
            <a:off x="567029" y="4500404"/>
            <a:ext cx="1015800" cy="266100"/>
          </a:xfrm>
          <a:prstGeom prst="rect">
            <a:avLst/>
          </a:prstGeom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●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○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Font typeface="Barlow Medium"/>
              <a:buChar char="■"/>
              <a:defRPr sz="1100"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210" name="Google Shape;210;p32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1pPr>
            <a:lvl2pPr lvl="1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2pPr>
            <a:lvl3pPr lvl="2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3pPr>
            <a:lvl4pPr lvl="3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4pPr>
            <a:lvl5pPr lvl="4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5pPr>
            <a:lvl6pPr lvl="5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6pPr>
            <a:lvl7pPr lvl="6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7pPr>
            <a:lvl8pPr lvl="7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8pPr>
            <a:lvl9pPr lvl="8">
              <a:buNone/>
              <a:defRPr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_TITLE_AND_DESCRIPTION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3"/>
          <p:cNvSpPr txBox="1">
            <a:spLocks noGrp="1"/>
          </p:cNvSpPr>
          <p:nvPr>
            <p:ph type="title"/>
          </p:nvPr>
        </p:nvSpPr>
        <p:spPr>
          <a:xfrm>
            <a:off x="697350" y="2932550"/>
            <a:ext cx="7749300" cy="101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Font typeface="Hepta Slab Medium"/>
              <a:buNone/>
              <a:defRPr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800"/>
              <a:buFont typeface="Hepta Slab Medium"/>
              <a:buNone/>
              <a:defRPr sz="12800">
                <a:solidFill>
                  <a:schemeClr val="accent5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>
            <a:endParaRPr/>
          </a:p>
        </p:txBody>
      </p:sp>
      <p:sp>
        <p:nvSpPr>
          <p:cNvPr id="213" name="Google Shape;213;p33"/>
          <p:cNvSpPr txBox="1">
            <a:spLocks noGrp="1"/>
          </p:cNvSpPr>
          <p:nvPr>
            <p:ph type="title" idx="2"/>
          </p:nvPr>
        </p:nvSpPr>
        <p:spPr>
          <a:xfrm>
            <a:off x="3278250" y="1194450"/>
            <a:ext cx="2587500" cy="19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800"/>
              <a:buNone/>
              <a:defRPr sz="128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endParaRPr/>
          </a:p>
        </p:txBody>
      </p:sp>
      <p:sp>
        <p:nvSpPr>
          <p:cNvPr id="214" name="Google Shape;214;p3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rket Size / Pie Graph">
  <p:cSld name="CAPTION_ONLY">
    <p:bg>
      <p:bgPr>
        <a:solidFill>
          <a:schemeClr val="dk1"/>
        </a:solidFill>
        <a:effectLst/>
      </p:bgPr>
    </p:bg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4"/>
          <p:cNvSpPr/>
          <p:nvPr/>
        </p:nvSpPr>
        <p:spPr>
          <a:xfrm>
            <a:off x="0" y="0"/>
            <a:ext cx="9144000" cy="16311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34"/>
          <p:cNvSpPr txBox="1">
            <a:spLocks noGrp="1"/>
          </p:cNvSpPr>
          <p:nvPr>
            <p:ph type="subTitle" idx="1"/>
          </p:nvPr>
        </p:nvSpPr>
        <p:spPr>
          <a:xfrm>
            <a:off x="791150" y="522625"/>
            <a:ext cx="4977300" cy="110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Hepta Slab Medium"/>
              <a:buNone/>
              <a:defRPr sz="3600"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Hepta Slab Medium"/>
              <a:buNone/>
              <a:defRPr>
                <a:solidFill>
                  <a:schemeClr val="accent3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>
            <a:endParaRPr/>
          </a:p>
        </p:txBody>
      </p:sp>
      <p:sp>
        <p:nvSpPr>
          <p:cNvPr id="218" name="Google Shape;218;p34"/>
          <p:cNvSpPr txBox="1">
            <a:spLocks noGrp="1"/>
          </p:cNvSpPr>
          <p:nvPr>
            <p:ph type="body" idx="2"/>
          </p:nvPr>
        </p:nvSpPr>
        <p:spPr>
          <a:xfrm>
            <a:off x="714950" y="1989025"/>
            <a:ext cx="2792400" cy="280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  <a:defRPr>
                <a:solidFill>
                  <a:schemeClr val="lt1"/>
                </a:solidFill>
              </a:defRPr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  <a:defRPr sz="1500">
                <a:solidFill>
                  <a:schemeClr val="lt1"/>
                </a:solidFill>
              </a:defRPr>
            </a:lvl2pPr>
            <a:lvl3pPr marL="1371600" lvl="2" indent="-3238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■"/>
              <a:defRPr sz="1500">
                <a:solidFill>
                  <a:schemeClr val="lt1"/>
                </a:solidFill>
              </a:defRPr>
            </a:lvl3pPr>
            <a:lvl4pPr marL="1828800" lvl="3" indent="-3238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  <a:defRPr sz="1500">
                <a:solidFill>
                  <a:schemeClr val="lt1"/>
                </a:solidFill>
              </a:defRPr>
            </a:lvl4pPr>
            <a:lvl5pPr marL="2286000" lvl="4" indent="-3238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  <a:defRPr sz="1500">
                <a:solidFill>
                  <a:schemeClr val="lt1"/>
                </a:solidFill>
              </a:defRPr>
            </a:lvl5pPr>
            <a:lvl6pPr marL="2743200" lvl="5" indent="-3238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■"/>
              <a:defRPr sz="1500">
                <a:solidFill>
                  <a:schemeClr val="lt1"/>
                </a:solidFill>
              </a:defRPr>
            </a:lvl6pPr>
            <a:lvl7pPr marL="3200400" lvl="6" indent="-3238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●"/>
              <a:defRPr sz="1500">
                <a:solidFill>
                  <a:schemeClr val="lt1"/>
                </a:solidFill>
              </a:defRPr>
            </a:lvl7pPr>
            <a:lvl8pPr marL="3657600" lvl="7" indent="-3238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○"/>
              <a:defRPr sz="1500">
                <a:solidFill>
                  <a:schemeClr val="lt1"/>
                </a:solidFill>
              </a:defRPr>
            </a:lvl8pPr>
            <a:lvl9pPr marL="4114800" lvl="8" indent="-3238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Char char="■"/>
              <a:defRPr sz="1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9" name="Google Shape;219;p34"/>
          <p:cNvSpPr txBox="1">
            <a:spLocks noGrp="1"/>
          </p:cNvSpPr>
          <p:nvPr>
            <p:ph type="sldNum" idx="12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100">
                <a:solidFill>
                  <a:schemeClr val="dk2"/>
                </a:solidFill>
              </a:defRPr>
            </a:lvl1pPr>
            <a:lvl2pPr lvl="1" rtl="0">
              <a:buNone/>
              <a:defRPr sz="1100">
                <a:solidFill>
                  <a:schemeClr val="dk2"/>
                </a:solidFill>
              </a:defRPr>
            </a:lvl2pPr>
            <a:lvl3pPr lvl="2" rtl="0">
              <a:buNone/>
              <a:defRPr sz="1100">
                <a:solidFill>
                  <a:schemeClr val="dk2"/>
                </a:solidFill>
              </a:defRPr>
            </a:lvl3pPr>
            <a:lvl4pPr lvl="3" rtl="0">
              <a:buNone/>
              <a:defRPr sz="1100">
                <a:solidFill>
                  <a:schemeClr val="dk2"/>
                </a:solidFill>
              </a:defRPr>
            </a:lvl4pPr>
            <a:lvl5pPr lvl="4" rtl="0">
              <a:buNone/>
              <a:defRPr sz="1100">
                <a:solidFill>
                  <a:schemeClr val="dk2"/>
                </a:solidFill>
              </a:defRPr>
            </a:lvl5pPr>
            <a:lvl6pPr lvl="5" rtl="0">
              <a:buNone/>
              <a:defRPr sz="1100">
                <a:solidFill>
                  <a:schemeClr val="dk2"/>
                </a:solidFill>
              </a:defRPr>
            </a:lvl6pPr>
            <a:lvl7pPr lvl="6" rtl="0">
              <a:buNone/>
              <a:defRPr sz="1100">
                <a:solidFill>
                  <a:schemeClr val="dk2"/>
                </a:solidFill>
              </a:defRPr>
            </a:lvl7pPr>
            <a:lvl8pPr lvl="7" rtl="0">
              <a:buNone/>
              <a:defRPr sz="1100">
                <a:solidFill>
                  <a:schemeClr val="dk2"/>
                </a:solidFill>
              </a:defRPr>
            </a:lvl8pPr>
            <a:lvl9pPr lvl="8" rtl="0">
              <a:buNone/>
              <a:defRPr sz="11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20" name="Google Shape;220;p34"/>
          <p:cNvSpPr/>
          <p:nvPr/>
        </p:nvSpPr>
        <p:spPr>
          <a:xfrm>
            <a:off x="4416275" y="1976923"/>
            <a:ext cx="4045200" cy="28713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34"/>
          <p:cNvSpPr/>
          <p:nvPr/>
        </p:nvSpPr>
        <p:spPr>
          <a:xfrm rot="444408">
            <a:off x="5636457" y="2500588"/>
            <a:ext cx="1505663" cy="1505327"/>
          </a:xfrm>
          <a:prstGeom prst="pie">
            <a:avLst>
              <a:gd name="adj1" fmla="val 8241844"/>
              <a:gd name="adj2" fmla="val 12554936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sz="1100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fferentiators / 4 column text">
  <p:cSld name="BIG_NUMBER">
    <p:bg>
      <p:bgPr>
        <a:solidFill>
          <a:schemeClr val="dk1"/>
        </a:solidFill>
        <a:effectLst/>
      </p:bgPr>
    </p:bg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5"/>
          <p:cNvSpPr/>
          <p:nvPr/>
        </p:nvSpPr>
        <p:spPr>
          <a:xfrm>
            <a:off x="0" y="1324925"/>
            <a:ext cx="4572000" cy="1910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"/>
          </a:p>
        </p:txBody>
      </p:sp>
      <p:sp>
        <p:nvSpPr>
          <p:cNvPr id="224" name="Google Shape;224;p35"/>
          <p:cNvSpPr/>
          <p:nvPr/>
        </p:nvSpPr>
        <p:spPr>
          <a:xfrm>
            <a:off x="0" y="3235076"/>
            <a:ext cx="4572000" cy="1914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">
              <a:solidFill>
                <a:schemeClr val="dk2"/>
              </a:solidFill>
            </a:endParaRPr>
          </a:p>
        </p:txBody>
      </p:sp>
      <p:sp>
        <p:nvSpPr>
          <p:cNvPr id="225" name="Google Shape;225;p35"/>
          <p:cNvSpPr/>
          <p:nvPr/>
        </p:nvSpPr>
        <p:spPr>
          <a:xfrm>
            <a:off x="4571892" y="3235076"/>
            <a:ext cx="4572000" cy="19149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">
              <a:solidFill>
                <a:schemeClr val="lt1"/>
              </a:solidFill>
            </a:endParaRPr>
          </a:p>
        </p:txBody>
      </p:sp>
      <p:sp>
        <p:nvSpPr>
          <p:cNvPr id="226" name="Google Shape;226;p35"/>
          <p:cNvSpPr/>
          <p:nvPr/>
        </p:nvSpPr>
        <p:spPr>
          <a:xfrm>
            <a:off x="4571892" y="1324925"/>
            <a:ext cx="4572000" cy="1910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">
              <a:solidFill>
                <a:schemeClr val="accent5"/>
              </a:solidFill>
            </a:endParaRPr>
          </a:p>
        </p:txBody>
      </p:sp>
      <p:sp>
        <p:nvSpPr>
          <p:cNvPr id="227" name="Google Shape;227;p35"/>
          <p:cNvSpPr txBox="1">
            <a:spLocks noGrp="1"/>
          </p:cNvSpPr>
          <p:nvPr>
            <p:ph type="subTitle" idx="1"/>
          </p:nvPr>
        </p:nvSpPr>
        <p:spPr>
          <a:xfrm>
            <a:off x="480420" y="290626"/>
            <a:ext cx="3592200" cy="33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endParaRPr/>
          </a:p>
        </p:txBody>
      </p:sp>
      <p:sp>
        <p:nvSpPr>
          <p:cNvPr id="228" name="Google Shape;228;p35"/>
          <p:cNvSpPr txBox="1">
            <a:spLocks noGrp="1"/>
          </p:cNvSpPr>
          <p:nvPr>
            <p:ph type="body" idx="2"/>
          </p:nvPr>
        </p:nvSpPr>
        <p:spPr>
          <a:xfrm>
            <a:off x="480425" y="610475"/>
            <a:ext cx="4878300" cy="6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229" name="Google Shape;229;p35"/>
          <p:cNvSpPr txBox="1">
            <a:spLocks noGrp="1"/>
          </p:cNvSpPr>
          <p:nvPr>
            <p:ph type="sldNum" idx="12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100">
                <a:solidFill>
                  <a:schemeClr val="dk2"/>
                </a:solidFill>
              </a:defRPr>
            </a:lvl1pPr>
            <a:lvl2pPr lvl="1" rtl="0">
              <a:buNone/>
              <a:defRPr sz="1100">
                <a:solidFill>
                  <a:schemeClr val="dk2"/>
                </a:solidFill>
              </a:defRPr>
            </a:lvl2pPr>
            <a:lvl3pPr lvl="2" rtl="0">
              <a:buNone/>
              <a:defRPr sz="1100">
                <a:solidFill>
                  <a:schemeClr val="dk2"/>
                </a:solidFill>
              </a:defRPr>
            </a:lvl3pPr>
            <a:lvl4pPr lvl="3" rtl="0">
              <a:buNone/>
              <a:defRPr sz="1100">
                <a:solidFill>
                  <a:schemeClr val="dk2"/>
                </a:solidFill>
              </a:defRPr>
            </a:lvl4pPr>
            <a:lvl5pPr lvl="4" rtl="0">
              <a:buNone/>
              <a:defRPr sz="1100">
                <a:solidFill>
                  <a:schemeClr val="dk2"/>
                </a:solidFill>
              </a:defRPr>
            </a:lvl5pPr>
            <a:lvl6pPr lvl="5" rtl="0">
              <a:buNone/>
              <a:defRPr sz="1100">
                <a:solidFill>
                  <a:schemeClr val="dk2"/>
                </a:solidFill>
              </a:defRPr>
            </a:lvl6pPr>
            <a:lvl7pPr lvl="6" rtl="0">
              <a:buNone/>
              <a:defRPr sz="1100">
                <a:solidFill>
                  <a:schemeClr val="dk2"/>
                </a:solidFill>
              </a:defRPr>
            </a:lvl7pPr>
            <a:lvl8pPr lvl="7" rtl="0">
              <a:buNone/>
              <a:defRPr sz="1100">
                <a:solidFill>
                  <a:schemeClr val="dk2"/>
                </a:solidFill>
              </a:defRPr>
            </a:lvl8pPr>
            <a:lvl9pPr lvl="8" rtl="0">
              <a:buNone/>
              <a:defRPr sz="11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blank">
  <p:cSld name="BLANK"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6"/>
          <p:cNvSpPr txBox="1">
            <a:spLocks noGrp="1"/>
          </p:cNvSpPr>
          <p:nvPr>
            <p:ph type="title"/>
          </p:nvPr>
        </p:nvSpPr>
        <p:spPr>
          <a:xfrm>
            <a:off x="697350" y="2932550"/>
            <a:ext cx="7749300" cy="101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>
            <a:endParaRPr/>
          </a:p>
        </p:txBody>
      </p:sp>
      <p:sp>
        <p:nvSpPr>
          <p:cNvPr id="232" name="Google Shape;232;p36"/>
          <p:cNvSpPr txBox="1">
            <a:spLocks noGrp="1"/>
          </p:cNvSpPr>
          <p:nvPr>
            <p:ph type="title" idx="2"/>
          </p:nvPr>
        </p:nvSpPr>
        <p:spPr>
          <a:xfrm>
            <a:off x="3278250" y="1194450"/>
            <a:ext cx="2587500" cy="19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800"/>
              <a:buNone/>
              <a:defRPr sz="12800">
                <a:solidFill>
                  <a:schemeClr val="accen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endParaRPr/>
          </a:p>
        </p:txBody>
      </p:sp>
      <p:sp>
        <p:nvSpPr>
          <p:cNvPr id="233" name="Google Shape;233;p3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 text">
  <p:cSld name="TITLE_1">
    <p:bg>
      <p:bgPr>
        <a:solidFill>
          <a:schemeClr val="dk1"/>
        </a:solidFill>
        <a:effectLst/>
      </p:bgPr>
    </p:bg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7"/>
          <p:cNvSpPr/>
          <p:nvPr/>
        </p:nvSpPr>
        <p:spPr>
          <a:xfrm>
            <a:off x="0" y="0"/>
            <a:ext cx="9144000" cy="1631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37"/>
          <p:cNvSpPr txBox="1">
            <a:spLocks noGrp="1"/>
          </p:cNvSpPr>
          <p:nvPr>
            <p:ph type="subTitle" idx="1"/>
          </p:nvPr>
        </p:nvSpPr>
        <p:spPr>
          <a:xfrm>
            <a:off x="791150" y="522625"/>
            <a:ext cx="5938800" cy="110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Hepta Slab Medium"/>
              <a:buNone/>
              <a:defRPr sz="3600"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>
            <a:endParaRPr/>
          </a:p>
        </p:txBody>
      </p:sp>
      <p:sp>
        <p:nvSpPr>
          <p:cNvPr id="237" name="Google Shape;237;p37"/>
          <p:cNvSpPr txBox="1">
            <a:spLocks noGrp="1"/>
          </p:cNvSpPr>
          <p:nvPr>
            <p:ph type="body" idx="2"/>
          </p:nvPr>
        </p:nvSpPr>
        <p:spPr>
          <a:xfrm>
            <a:off x="810075" y="2065225"/>
            <a:ext cx="7539900" cy="277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406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●"/>
              <a:defRPr sz="2800">
                <a:solidFill>
                  <a:schemeClr val="lt1"/>
                </a:solidFill>
              </a:defRPr>
            </a:lvl1pPr>
            <a:lvl2pPr marL="914400" lvl="1" indent="-406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○"/>
              <a:defRPr sz="2800">
                <a:solidFill>
                  <a:schemeClr val="lt1"/>
                </a:solidFill>
              </a:defRPr>
            </a:lvl2pPr>
            <a:lvl3pPr marL="1371600" lvl="2" indent="-406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■"/>
              <a:defRPr sz="2800">
                <a:solidFill>
                  <a:schemeClr val="lt1"/>
                </a:solidFill>
              </a:defRPr>
            </a:lvl3pPr>
            <a:lvl4pPr marL="1828800" lvl="3" indent="-406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●"/>
              <a:defRPr sz="2800">
                <a:solidFill>
                  <a:schemeClr val="lt1"/>
                </a:solidFill>
              </a:defRPr>
            </a:lvl4pPr>
            <a:lvl5pPr marL="2286000" lvl="4" indent="-406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○"/>
              <a:defRPr sz="2800">
                <a:solidFill>
                  <a:schemeClr val="lt1"/>
                </a:solidFill>
              </a:defRPr>
            </a:lvl5pPr>
            <a:lvl6pPr marL="2743200" lvl="5" indent="-406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■"/>
              <a:defRPr sz="2800">
                <a:solidFill>
                  <a:schemeClr val="lt1"/>
                </a:solidFill>
              </a:defRPr>
            </a:lvl6pPr>
            <a:lvl7pPr marL="3200400" lvl="6" indent="-406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●"/>
              <a:defRPr sz="2800">
                <a:solidFill>
                  <a:schemeClr val="lt1"/>
                </a:solidFill>
              </a:defRPr>
            </a:lvl7pPr>
            <a:lvl8pPr marL="3657600" lvl="7" indent="-406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○"/>
              <a:defRPr sz="2800">
                <a:solidFill>
                  <a:schemeClr val="lt1"/>
                </a:solidFill>
              </a:defRPr>
            </a:lvl8pPr>
            <a:lvl9pPr marL="4114800" lvl="8" indent="-406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Char char="■"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38" name="Google Shape;238;p37"/>
          <p:cNvSpPr txBox="1">
            <a:spLocks noGrp="1"/>
          </p:cNvSpPr>
          <p:nvPr>
            <p:ph type="sldNum" idx="12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100">
                <a:solidFill>
                  <a:schemeClr val="accent1"/>
                </a:solidFill>
              </a:defRPr>
            </a:lvl1pPr>
            <a:lvl2pPr lvl="1" rtl="0">
              <a:buNone/>
              <a:defRPr sz="1100">
                <a:solidFill>
                  <a:schemeClr val="accent1"/>
                </a:solidFill>
              </a:defRPr>
            </a:lvl2pPr>
            <a:lvl3pPr lvl="2" rtl="0">
              <a:buNone/>
              <a:defRPr sz="1100">
                <a:solidFill>
                  <a:schemeClr val="accent1"/>
                </a:solidFill>
              </a:defRPr>
            </a:lvl3pPr>
            <a:lvl4pPr lvl="3" rtl="0">
              <a:buNone/>
              <a:defRPr sz="1100">
                <a:solidFill>
                  <a:schemeClr val="accent1"/>
                </a:solidFill>
              </a:defRPr>
            </a:lvl4pPr>
            <a:lvl5pPr lvl="4" rtl="0">
              <a:buNone/>
              <a:defRPr sz="1100">
                <a:solidFill>
                  <a:schemeClr val="accent1"/>
                </a:solidFill>
              </a:defRPr>
            </a:lvl5pPr>
            <a:lvl6pPr lvl="5" rtl="0">
              <a:buNone/>
              <a:defRPr sz="1100">
                <a:solidFill>
                  <a:schemeClr val="accent1"/>
                </a:solidFill>
              </a:defRPr>
            </a:lvl6pPr>
            <a:lvl7pPr lvl="6" rtl="0">
              <a:buNone/>
              <a:defRPr sz="1100">
                <a:solidFill>
                  <a:schemeClr val="accent1"/>
                </a:solidFill>
              </a:defRPr>
            </a:lvl7pPr>
            <a:lvl8pPr lvl="7" rtl="0">
              <a:buNone/>
              <a:defRPr sz="1100">
                <a:solidFill>
                  <a:schemeClr val="accent1"/>
                </a:solidFill>
              </a:defRPr>
            </a:lvl8pPr>
            <a:lvl9pPr lvl="8" rtl="0">
              <a:buNone/>
              <a:defRPr sz="1100"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 Background Image + Text">
  <p:cSld name="CUSTOM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8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241" name="Google Shape;241;p38"/>
          <p:cNvSpPr txBox="1">
            <a:spLocks noGrp="1"/>
          </p:cNvSpPr>
          <p:nvPr>
            <p:ph type="body" idx="1"/>
          </p:nvPr>
        </p:nvSpPr>
        <p:spPr>
          <a:xfrm>
            <a:off x="4655675" y="956675"/>
            <a:ext cx="3965400" cy="7752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274300" tIns="0" rIns="274300" bIns="274300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○"/>
              <a:defRPr sz="1100"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○"/>
              <a:defRPr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●"/>
              <a:defRPr sz="1100"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○"/>
              <a:defRPr sz="1100"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"/>
              <a:buChar char="■"/>
              <a:defRPr sz="1100"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242" name="Google Shape;242;p38"/>
          <p:cNvSpPr txBox="1">
            <a:spLocks noGrp="1"/>
          </p:cNvSpPr>
          <p:nvPr>
            <p:ph type="subTitle" idx="3"/>
          </p:nvPr>
        </p:nvSpPr>
        <p:spPr>
          <a:xfrm>
            <a:off x="4655675" y="522900"/>
            <a:ext cx="3965400" cy="4428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274300" tIns="274300" rIns="27430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>
            <a:endParaRPr/>
          </a:p>
        </p:txBody>
      </p:sp>
      <p:sp>
        <p:nvSpPr>
          <p:cNvPr id="243" name="Google Shape;243;p38"/>
          <p:cNvSpPr txBox="1">
            <a:spLocks noGrp="1"/>
          </p:cNvSpPr>
          <p:nvPr>
            <p:ph type="body" idx="4"/>
          </p:nvPr>
        </p:nvSpPr>
        <p:spPr>
          <a:xfrm>
            <a:off x="524350" y="4144800"/>
            <a:ext cx="1558800" cy="4758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137150" tIns="137150" rIns="137150" bIns="13715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●"/>
              <a:defRPr sz="700">
                <a:latin typeface="Barlow"/>
                <a:ea typeface="Barlow"/>
                <a:cs typeface="Barlow"/>
                <a:sym typeface="Barlow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○"/>
              <a:defRPr sz="700"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■"/>
              <a:defRPr sz="700"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●"/>
              <a:defRPr sz="700"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○"/>
              <a:defRPr sz="700"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■"/>
              <a:defRPr sz="700"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●"/>
              <a:defRPr sz="700"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○"/>
              <a:defRPr sz="700"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"/>
              <a:buChar char="■"/>
              <a:defRPr sz="700"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244" name="Google Shape;244;p38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>
                <a:latin typeface="Barlow"/>
                <a:ea typeface="Barlow"/>
                <a:cs typeface="Barlow"/>
                <a:sym typeface="Barlow"/>
              </a:defRPr>
            </a:lvl1pPr>
            <a:lvl2pPr lvl="1">
              <a:buNone/>
              <a:defRPr>
                <a:latin typeface="Barlow"/>
                <a:ea typeface="Barlow"/>
                <a:cs typeface="Barlow"/>
                <a:sym typeface="Barlow"/>
              </a:defRPr>
            </a:lvl2pPr>
            <a:lvl3pPr lvl="2">
              <a:buNone/>
              <a:defRPr>
                <a:latin typeface="Barlow"/>
                <a:ea typeface="Barlow"/>
                <a:cs typeface="Barlow"/>
                <a:sym typeface="Barlow"/>
              </a:defRPr>
            </a:lvl3pPr>
            <a:lvl4pPr lvl="3">
              <a:buNone/>
              <a:defRPr>
                <a:latin typeface="Barlow"/>
                <a:ea typeface="Barlow"/>
                <a:cs typeface="Barlow"/>
                <a:sym typeface="Barlow"/>
              </a:defRPr>
            </a:lvl4pPr>
            <a:lvl5pPr lvl="4">
              <a:buNone/>
              <a:defRPr>
                <a:latin typeface="Barlow"/>
                <a:ea typeface="Barlow"/>
                <a:cs typeface="Barlow"/>
                <a:sym typeface="Barlow"/>
              </a:defRPr>
            </a:lvl5pPr>
            <a:lvl6pPr lvl="5">
              <a:buNone/>
              <a:defRPr>
                <a:latin typeface="Barlow"/>
                <a:ea typeface="Barlow"/>
                <a:cs typeface="Barlow"/>
                <a:sym typeface="Barlow"/>
              </a:defRPr>
            </a:lvl6pPr>
            <a:lvl7pPr lvl="6">
              <a:buNone/>
              <a:defRPr>
                <a:latin typeface="Barlow"/>
                <a:ea typeface="Barlow"/>
                <a:cs typeface="Barlow"/>
                <a:sym typeface="Barlow"/>
              </a:defRPr>
            </a:lvl7pPr>
            <a:lvl8pPr lvl="7">
              <a:buNone/>
              <a:defRPr>
                <a:latin typeface="Barlow"/>
                <a:ea typeface="Barlow"/>
                <a:cs typeface="Barlow"/>
                <a:sym typeface="Barlow"/>
              </a:defRPr>
            </a:lvl8pPr>
            <a:lvl9pPr lvl="8">
              <a:buNone/>
              <a:defRPr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+ Image">
  <p:cSld name="CUSTOM_1">
    <p:bg>
      <p:bgPr>
        <a:solidFill>
          <a:schemeClr val="lt2"/>
        </a:solidFill>
        <a:effectLst/>
      </p:bgPr>
    </p:bg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9"/>
          <p:cNvSpPr>
            <a:spLocks noGrp="1"/>
          </p:cNvSpPr>
          <p:nvPr>
            <p:ph type="pic" idx="2"/>
          </p:nvPr>
        </p:nvSpPr>
        <p:spPr>
          <a:xfrm>
            <a:off x="5485725" y="523025"/>
            <a:ext cx="3135300" cy="4097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247" name="Google Shape;247;p39"/>
          <p:cNvSpPr txBox="1">
            <a:spLocks noGrp="1"/>
          </p:cNvSpPr>
          <p:nvPr>
            <p:ph type="title"/>
          </p:nvPr>
        </p:nvSpPr>
        <p:spPr>
          <a:xfrm>
            <a:off x="591441" y="391675"/>
            <a:ext cx="4397400" cy="31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Hepta Slab Medium"/>
              <a:buNone/>
              <a:defRPr>
                <a:solidFill>
                  <a:schemeClr val="l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endParaRPr/>
          </a:p>
        </p:txBody>
      </p:sp>
      <p:sp>
        <p:nvSpPr>
          <p:cNvPr id="248" name="Google Shape;248;p39"/>
          <p:cNvSpPr txBox="1">
            <a:spLocks noGrp="1"/>
          </p:cNvSpPr>
          <p:nvPr>
            <p:ph type="body" idx="1"/>
          </p:nvPr>
        </p:nvSpPr>
        <p:spPr>
          <a:xfrm>
            <a:off x="638750" y="4413181"/>
            <a:ext cx="5537100" cy="31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●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○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■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●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○"/>
              <a:defRPr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■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●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○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 Medium"/>
              <a:buChar char="■"/>
              <a:defRPr sz="11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249" name="Google Shape;249;p39"/>
          <p:cNvSpPr txBox="1">
            <a:spLocks noGrp="1"/>
          </p:cNvSpPr>
          <p:nvPr>
            <p:ph type="sldNum" idx="12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100">
                <a:solidFill>
                  <a:schemeClr val="accent1"/>
                </a:solidFill>
              </a:defRPr>
            </a:lvl1pPr>
            <a:lvl2pPr lvl="1" rtl="0">
              <a:buNone/>
              <a:defRPr sz="1100">
                <a:solidFill>
                  <a:schemeClr val="accent1"/>
                </a:solidFill>
              </a:defRPr>
            </a:lvl2pPr>
            <a:lvl3pPr lvl="2" rtl="0">
              <a:buNone/>
              <a:defRPr sz="1100">
                <a:solidFill>
                  <a:schemeClr val="accent1"/>
                </a:solidFill>
              </a:defRPr>
            </a:lvl3pPr>
            <a:lvl4pPr lvl="3" rtl="0">
              <a:buNone/>
              <a:defRPr sz="1100">
                <a:solidFill>
                  <a:schemeClr val="accent1"/>
                </a:solidFill>
              </a:defRPr>
            </a:lvl4pPr>
            <a:lvl5pPr lvl="4" rtl="0">
              <a:buNone/>
              <a:defRPr sz="1100">
                <a:solidFill>
                  <a:schemeClr val="accent1"/>
                </a:solidFill>
              </a:defRPr>
            </a:lvl5pPr>
            <a:lvl6pPr lvl="5" rtl="0">
              <a:buNone/>
              <a:defRPr sz="1100">
                <a:solidFill>
                  <a:schemeClr val="accent1"/>
                </a:solidFill>
              </a:defRPr>
            </a:lvl6pPr>
            <a:lvl7pPr lvl="6" rtl="0">
              <a:buNone/>
              <a:defRPr sz="1100">
                <a:solidFill>
                  <a:schemeClr val="accent1"/>
                </a:solidFill>
              </a:defRPr>
            </a:lvl7pPr>
            <a:lvl8pPr lvl="7" rtl="0">
              <a:buNone/>
              <a:defRPr sz="1100">
                <a:solidFill>
                  <a:schemeClr val="accent1"/>
                </a:solidFill>
              </a:defRPr>
            </a:lvl8pPr>
            <a:lvl9pPr lvl="8" rtl="0">
              <a:buNone/>
              <a:defRPr sz="1100"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oals + 5 Images">
  <p:cSld name="CUSTOM_2">
    <p:bg>
      <p:bgPr>
        <a:solidFill>
          <a:schemeClr val="dk1"/>
        </a:solid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40"/>
          <p:cNvSpPr txBox="1">
            <a:spLocks noGrp="1"/>
          </p:cNvSpPr>
          <p:nvPr>
            <p:ph type="body" idx="1"/>
          </p:nvPr>
        </p:nvSpPr>
        <p:spPr>
          <a:xfrm>
            <a:off x="5481425" y="2715575"/>
            <a:ext cx="12948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252" name="Google Shape;252;p40"/>
          <p:cNvSpPr txBox="1">
            <a:spLocks noGrp="1"/>
          </p:cNvSpPr>
          <p:nvPr>
            <p:ph type="body" idx="2"/>
          </p:nvPr>
        </p:nvSpPr>
        <p:spPr>
          <a:xfrm>
            <a:off x="3918400" y="2715725"/>
            <a:ext cx="12948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253" name="Google Shape;253;p40"/>
          <p:cNvSpPr txBox="1">
            <a:spLocks noGrp="1"/>
          </p:cNvSpPr>
          <p:nvPr>
            <p:ph type="body" idx="3"/>
          </p:nvPr>
        </p:nvSpPr>
        <p:spPr>
          <a:xfrm>
            <a:off x="2349550" y="2715575"/>
            <a:ext cx="12948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254" name="Google Shape;254;p40"/>
          <p:cNvSpPr txBox="1">
            <a:spLocks noGrp="1"/>
          </p:cNvSpPr>
          <p:nvPr>
            <p:ph type="body" idx="4"/>
          </p:nvPr>
        </p:nvSpPr>
        <p:spPr>
          <a:xfrm>
            <a:off x="791150" y="2615450"/>
            <a:ext cx="1294800" cy="10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255" name="Google Shape;255;p40"/>
          <p:cNvSpPr txBox="1">
            <a:spLocks noGrp="1"/>
          </p:cNvSpPr>
          <p:nvPr>
            <p:ph type="body" idx="5"/>
          </p:nvPr>
        </p:nvSpPr>
        <p:spPr>
          <a:xfrm>
            <a:off x="791150" y="2715500"/>
            <a:ext cx="12948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256" name="Google Shape;256;p40"/>
          <p:cNvSpPr txBox="1">
            <a:spLocks noGrp="1"/>
          </p:cNvSpPr>
          <p:nvPr>
            <p:ph type="body" idx="6"/>
          </p:nvPr>
        </p:nvSpPr>
        <p:spPr>
          <a:xfrm>
            <a:off x="7044450" y="2715500"/>
            <a:ext cx="12948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cxnSp>
        <p:nvCxnSpPr>
          <p:cNvPr id="257" name="Google Shape;257;p40"/>
          <p:cNvCxnSpPr/>
          <p:nvPr/>
        </p:nvCxnSpPr>
        <p:spPr>
          <a:xfrm rot="10800000">
            <a:off x="827250" y="1481375"/>
            <a:ext cx="7489500" cy="0"/>
          </a:xfrm>
          <a:prstGeom prst="straightConnector1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" name="Google Shape;258;p40"/>
          <p:cNvSpPr>
            <a:spLocks noGrp="1"/>
          </p:cNvSpPr>
          <p:nvPr>
            <p:ph type="pic" idx="7"/>
          </p:nvPr>
        </p:nvSpPr>
        <p:spPr>
          <a:xfrm>
            <a:off x="7049625" y="523025"/>
            <a:ext cx="1305900" cy="1918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259" name="Google Shape;259;p40"/>
          <p:cNvSpPr>
            <a:spLocks noGrp="1"/>
          </p:cNvSpPr>
          <p:nvPr>
            <p:ph type="pic" idx="8"/>
          </p:nvPr>
        </p:nvSpPr>
        <p:spPr>
          <a:xfrm>
            <a:off x="784775" y="522100"/>
            <a:ext cx="1305900" cy="1918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260" name="Google Shape;260;p40"/>
          <p:cNvSpPr>
            <a:spLocks noGrp="1"/>
          </p:cNvSpPr>
          <p:nvPr>
            <p:ph type="pic" idx="9"/>
          </p:nvPr>
        </p:nvSpPr>
        <p:spPr>
          <a:xfrm>
            <a:off x="2343950" y="523500"/>
            <a:ext cx="1305900" cy="1918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261" name="Google Shape;261;p40"/>
          <p:cNvSpPr>
            <a:spLocks noGrp="1"/>
          </p:cNvSpPr>
          <p:nvPr>
            <p:ph type="pic" idx="13"/>
          </p:nvPr>
        </p:nvSpPr>
        <p:spPr>
          <a:xfrm>
            <a:off x="3915213" y="523500"/>
            <a:ext cx="1305900" cy="1918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262" name="Google Shape;262;p40"/>
          <p:cNvSpPr>
            <a:spLocks noGrp="1"/>
          </p:cNvSpPr>
          <p:nvPr>
            <p:ph type="pic" idx="14"/>
          </p:nvPr>
        </p:nvSpPr>
        <p:spPr>
          <a:xfrm>
            <a:off x="5490975" y="523500"/>
            <a:ext cx="1305900" cy="1918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263" name="Google Shape;263;p40"/>
          <p:cNvSpPr txBox="1">
            <a:spLocks noGrp="1"/>
          </p:cNvSpPr>
          <p:nvPr>
            <p:ph type="body" idx="15"/>
          </p:nvPr>
        </p:nvSpPr>
        <p:spPr>
          <a:xfrm>
            <a:off x="5481425" y="4112700"/>
            <a:ext cx="2877600" cy="505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264" name="Google Shape;264;p40"/>
          <p:cNvSpPr txBox="1">
            <a:spLocks noGrp="1"/>
          </p:cNvSpPr>
          <p:nvPr>
            <p:ph type="subTitle" idx="16"/>
          </p:nvPr>
        </p:nvSpPr>
        <p:spPr>
          <a:xfrm>
            <a:off x="5481425" y="3897300"/>
            <a:ext cx="2877600" cy="21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Hepta Slab Medium"/>
              <a:buNone/>
              <a:defRPr>
                <a:solidFill>
                  <a:schemeClr val="accent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>
            <a:endParaRPr/>
          </a:p>
        </p:txBody>
      </p:sp>
      <p:sp>
        <p:nvSpPr>
          <p:cNvPr id="265" name="Google Shape;265;p40"/>
          <p:cNvSpPr txBox="1">
            <a:spLocks noGrp="1"/>
          </p:cNvSpPr>
          <p:nvPr>
            <p:ph type="body" idx="17"/>
          </p:nvPr>
        </p:nvSpPr>
        <p:spPr>
          <a:xfrm>
            <a:off x="2349500" y="2615450"/>
            <a:ext cx="1294800" cy="10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266" name="Google Shape;266;p40"/>
          <p:cNvSpPr txBox="1">
            <a:spLocks noGrp="1"/>
          </p:cNvSpPr>
          <p:nvPr>
            <p:ph type="body" idx="18"/>
          </p:nvPr>
        </p:nvSpPr>
        <p:spPr>
          <a:xfrm>
            <a:off x="3915488" y="2615450"/>
            <a:ext cx="1294800" cy="10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267" name="Google Shape;267;p40"/>
          <p:cNvSpPr txBox="1">
            <a:spLocks noGrp="1"/>
          </p:cNvSpPr>
          <p:nvPr>
            <p:ph type="body" idx="19"/>
          </p:nvPr>
        </p:nvSpPr>
        <p:spPr>
          <a:xfrm>
            <a:off x="5479963" y="2615450"/>
            <a:ext cx="1294800" cy="10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268" name="Google Shape;268;p40"/>
          <p:cNvSpPr txBox="1">
            <a:spLocks noGrp="1"/>
          </p:cNvSpPr>
          <p:nvPr>
            <p:ph type="body" idx="20"/>
          </p:nvPr>
        </p:nvSpPr>
        <p:spPr>
          <a:xfrm>
            <a:off x="7047338" y="2615450"/>
            <a:ext cx="1294800" cy="10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●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○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00"/>
              <a:buFont typeface="Barlow Medium"/>
              <a:buChar char="■"/>
              <a:defRPr sz="700">
                <a:solidFill>
                  <a:schemeClr val="accen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269" name="Google Shape;269;p40"/>
          <p:cNvSpPr txBox="1">
            <a:spLocks noGrp="1"/>
          </p:cNvSpPr>
          <p:nvPr>
            <p:ph type="sldNum" idx="12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100">
                <a:solidFill>
                  <a:schemeClr val="accent1"/>
                </a:solidFill>
              </a:defRPr>
            </a:lvl1pPr>
            <a:lvl2pPr lvl="1" rtl="0">
              <a:buNone/>
              <a:defRPr sz="1100">
                <a:solidFill>
                  <a:schemeClr val="accent1"/>
                </a:solidFill>
              </a:defRPr>
            </a:lvl2pPr>
            <a:lvl3pPr lvl="2" rtl="0">
              <a:buNone/>
              <a:defRPr sz="1100">
                <a:solidFill>
                  <a:schemeClr val="accent1"/>
                </a:solidFill>
              </a:defRPr>
            </a:lvl3pPr>
            <a:lvl4pPr lvl="3" rtl="0">
              <a:buNone/>
              <a:defRPr sz="1100">
                <a:solidFill>
                  <a:schemeClr val="accent1"/>
                </a:solidFill>
              </a:defRPr>
            </a:lvl4pPr>
            <a:lvl5pPr lvl="4" rtl="0">
              <a:buNone/>
              <a:defRPr sz="1100">
                <a:solidFill>
                  <a:schemeClr val="accent1"/>
                </a:solidFill>
              </a:defRPr>
            </a:lvl5pPr>
            <a:lvl6pPr lvl="5" rtl="0">
              <a:buNone/>
              <a:defRPr sz="1100">
                <a:solidFill>
                  <a:schemeClr val="accent1"/>
                </a:solidFill>
              </a:defRPr>
            </a:lvl6pPr>
            <a:lvl7pPr lvl="6" rtl="0">
              <a:buNone/>
              <a:defRPr sz="1100">
                <a:solidFill>
                  <a:schemeClr val="accent1"/>
                </a:solidFill>
              </a:defRPr>
            </a:lvl7pPr>
            <a:lvl8pPr lvl="7" rtl="0">
              <a:buNone/>
              <a:defRPr sz="1100">
                <a:solidFill>
                  <a:schemeClr val="accent1"/>
                </a:solidFill>
              </a:defRPr>
            </a:lvl8pPr>
            <a:lvl9pPr lvl="8" rtl="0">
              <a:buNone/>
              <a:defRPr sz="1100"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rategy Canvas / Line Graph">
  <p:cSld name="CUSTOM_3">
    <p:bg>
      <p:bgPr>
        <a:solidFill>
          <a:schemeClr val="dk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1"/>
          <p:cNvSpPr txBox="1">
            <a:spLocks noGrp="1"/>
          </p:cNvSpPr>
          <p:nvPr>
            <p:ph type="body" idx="1"/>
          </p:nvPr>
        </p:nvSpPr>
        <p:spPr>
          <a:xfrm>
            <a:off x="3917825" y="4024920"/>
            <a:ext cx="4441200" cy="505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272" name="Google Shape;272;p41"/>
          <p:cNvSpPr txBox="1">
            <a:spLocks noGrp="1"/>
          </p:cNvSpPr>
          <p:nvPr>
            <p:ph type="subTitle" idx="2"/>
          </p:nvPr>
        </p:nvSpPr>
        <p:spPr>
          <a:xfrm>
            <a:off x="783675" y="3967895"/>
            <a:ext cx="2877600" cy="431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Barlow ExtraLight"/>
              <a:buNone/>
              <a:defRPr sz="2800">
                <a:solidFill>
                  <a:schemeClr val="accent1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>
            <a:endParaRPr/>
          </a:p>
        </p:txBody>
      </p:sp>
      <p:sp>
        <p:nvSpPr>
          <p:cNvPr id="273" name="Google Shape;273;p41"/>
          <p:cNvSpPr txBox="1">
            <a:spLocks noGrp="1"/>
          </p:cNvSpPr>
          <p:nvPr>
            <p:ph type="sldNum" idx="12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100">
                <a:solidFill>
                  <a:schemeClr val="accent1"/>
                </a:solidFill>
              </a:defRPr>
            </a:lvl1pPr>
            <a:lvl2pPr lvl="1" rtl="0">
              <a:buNone/>
              <a:defRPr sz="1100">
                <a:solidFill>
                  <a:schemeClr val="accent1"/>
                </a:solidFill>
              </a:defRPr>
            </a:lvl2pPr>
            <a:lvl3pPr lvl="2" rtl="0">
              <a:buNone/>
              <a:defRPr sz="1100">
                <a:solidFill>
                  <a:schemeClr val="accent1"/>
                </a:solidFill>
              </a:defRPr>
            </a:lvl3pPr>
            <a:lvl4pPr lvl="3" rtl="0">
              <a:buNone/>
              <a:defRPr sz="1100">
                <a:solidFill>
                  <a:schemeClr val="accent1"/>
                </a:solidFill>
              </a:defRPr>
            </a:lvl4pPr>
            <a:lvl5pPr lvl="4" rtl="0">
              <a:buNone/>
              <a:defRPr sz="1100">
                <a:solidFill>
                  <a:schemeClr val="accent1"/>
                </a:solidFill>
              </a:defRPr>
            </a:lvl5pPr>
            <a:lvl6pPr lvl="5" rtl="0">
              <a:buNone/>
              <a:defRPr sz="1100">
                <a:solidFill>
                  <a:schemeClr val="accent1"/>
                </a:solidFill>
              </a:defRPr>
            </a:lvl6pPr>
            <a:lvl7pPr lvl="6" rtl="0">
              <a:buNone/>
              <a:defRPr sz="1100">
                <a:solidFill>
                  <a:schemeClr val="accent1"/>
                </a:solidFill>
              </a:defRPr>
            </a:lvl7pPr>
            <a:lvl8pPr lvl="7" rtl="0">
              <a:buNone/>
              <a:defRPr sz="1100">
                <a:solidFill>
                  <a:schemeClr val="accent1"/>
                </a:solidFill>
              </a:defRPr>
            </a:lvl8pPr>
            <a:lvl9pPr lvl="8" rtl="0">
              <a:buNone/>
              <a:defRPr sz="1100"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CUSTOM_4"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2"/>
          <p:cNvSpPr txBox="1">
            <a:spLocks noGrp="1"/>
          </p:cNvSpPr>
          <p:nvPr>
            <p:ph type="title"/>
          </p:nvPr>
        </p:nvSpPr>
        <p:spPr>
          <a:xfrm>
            <a:off x="697350" y="2932550"/>
            <a:ext cx="7749300" cy="101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800"/>
              <a:buFont typeface="Hepta Slab Medium"/>
              <a:buNone/>
              <a:defRPr sz="12800">
                <a:solidFill>
                  <a:schemeClr val="dk1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>
            <a:endParaRPr/>
          </a:p>
        </p:txBody>
      </p:sp>
      <p:sp>
        <p:nvSpPr>
          <p:cNvPr id="276" name="Google Shape;276;p42"/>
          <p:cNvSpPr txBox="1">
            <a:spLocks noGrp="1"/>
          </p:cNvSpPr>
          <p:nvPr>
            <p:ph type="title" idx="2"/>
          </p:nvPr>
        </p:nvSpPr>
        <p:spPr>
          <a:xfrm>
            <a:off x="3278250" y="1194450"/>
            <a:ext cx="2587500" cy="19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800"/>
              <a:buNone/>
              <a:defRPr sz="128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endParaRPr/>
          </a:p>
        </p:txBody>
      </p:sp>
      <p:sp>
        <p:nvSpPr>
          <p:cNvPr id="277" name="Google Shape;277;p42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PIs / Objectives">
  <p:cSld name="CUSTOM_5">
    <p:bg>
      <p:bgPr>
        <a:solidFill>
          <a:schemeClr val="dk1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3"/>
          <p:cNvSpPr/>
          <p:nvPr/>
        </p:nvSpPr>
        <p:spPr>
          <a:xfrm rot="-5400000">
            <a:off x="4090300" y="-436575"/>
            <a:ext cx="4099200" cy="6015000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</p:txBody>
      </p:sp>
      <p:sp>
        <p:nvSpPr>
          <p:cNvPr id="280" name="Google Shape;280;p43"/>
          <p:cNvSpPr txBox="1">
            <a:spLocks noGrp="1"/>
          </p:cNvSpPr>
          <p:nvPr>
            <p:ph type="body" idx="1"/>
          </p:nvPr>
        </p:nvSpPr>
        <p:spPr>
          <a:xfrm>
            <a:off x="3918400" y="3680775"/>
            <a:ext cx="1294800" cy="10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281" name="Google Shape;281;p43"/>
          <p:cNvSpPr txBox="1">
            <a:spLocks noGrp="1"/>
          </p:cNvSpPr>
          <p:nvPr>
            <p:ph type="body" idx="2"/>
          </p:nvPr>
        </p:nvSpPr>
        <p:spPr>
          <a:xfrm>
            <a:off x="3918400" y="3780825"/>
            <a:ext cx="12948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282" name="Google Shape;282;p43"/>
          <p:cNvSpPr txBox="1">
            <a:spLocks noGrp="1"/>
          </p:cNvSpPr>
          <p:nvPr>
            <p:ph type="body" idx="3"/>
          </p:nvPr>
        </p:nvSpPr>
        <p:spPr>
          <a:xfrm>
            <a:off x="7044450" y="3680550"/>
            <a:ext cx="1294800" cy="10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283" name="Google Shape;283;p43"/>
          <p:cNvSpPr txBox="1">
            <a:spLocks noGrp="1"/>
          </p:cNvSpPr>
          <p:nvPr>
            <p:ph type="body" idx="4"/>
          </p:nvPr>
        </p:nvSpPr>
        <p:spPr>
          <a:xfrm>
            <a:off x="7044450" y="3780600"/>
            <a:ext cx="12948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284" name="Google Shape;284;p43"/>
          <p:cNvSpPr>
            <a:spLocks noGrp="1"/>
          </p:cNvSpPr>
          <p:nvPr>
            <p:ph type="pic" idx="5"/>
          </p:nvPr>
        </p:nvSpPr>
        <p:spPr>
          <a:xfrm>
            <a:off x="7049625" y="1588125"/>
            <a:ext cx="1305900" cy="1918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285" name="Google Shape;285;p43"/>
          <p:cNvSpPr>
            <a:spLocks noGrp="1"/>
          </p:cNvSpPr>
          <p:nvPr>
            <p:ph type="pic" idx="6"/>
          </p:nvPr>
        </p:nvSpPr>
        <p:spPr>
          <a:xfrm>
            <a:off x="3915213" y="1588600"/>
            <a:ext cx="1305900" cy="1918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286" name="Google Shape;286;p43"/>
          <p:cNvSpPr>
            <a:spLocks noGrp="1"/>
          </p:cNvSpPr>
          <p:nvPr>
            <p:ph type="pic" idx="7"/>
          </p:nvPr>
        </p:nvSpPr>
        <p:spPr>
          <a:xfrm>
            <a:off x="5490975" y="1588600"/>
            <a:ext cx="1305900" cy="1918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287" name="Google Shape;287;p43"/>
          <p:cNvSpPr txBox="1">
            <a:spLocks noGrp="1"/>
          </p:cNvSpPr>
          <p:nvPr>
            <p:ph type="subTitle" idx="8"/>
          </p:nvPr>
        </p:nvSpPr>
        <p:spPr>
          <a:xfrm>
            <a:off x="3918800" y="1034575"/>
            <a:ext cx="1307100" cy="55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Barlow ExtraLight"/>
              <a:buNone/>
              <a:defRPr sz="3600">
                <a:solidFill>
                  <a:schemeClr val="accent2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>
            <a:endParaRPr/>
          </a:p>
        </p:txBody>
      </p:sp>
      <p:sp>
        <p:nvSpPr>
          <p:cNvPr id="288" name="Google Shape;288;p43"/>
          <p:cNvSpPr txBox="1">
            <a:spLocks noGrp="1"/>
          </p:cNvSpPr>
          <p:nvPr>
            <p:ph type="subTitle" idx="9"/>
          </p:nvPr>
        </p:nvSpPr>
        <p:spPr>
          <a:xfrm>
            <a:off x="5484775" y="1034575"/>
            <a:ext cx="1307100" cy="55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Barlow ExtraLight"/>
              <a:buNone/>
              <a:defRPr sz="3600">
                <a:solidFill>
                  <a:schemeClr val="accent2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>
            <a:endParaRPr/>
          </a:p>
        </p:txBody>
      </p:sp>
      <p:sp>
        <p:nvSpPr>
          <p:cNvPr id="289" name="Google Shape;289;p43"/>
          <p:cNvSpPr txBox="1">
            <a:spLocks noGrp="1"/>
          </p:cNvSpPr>
          <p:nvPr>
            <p:ph type="subTitle" idx="13"/>
          </p:nvPr>
        </p:nvSpPr>
        <p:spPr>
          <a:xfrm>
            <a:off x="7050750" y="1032775"/>
            <a:ext cx="1307100" cy="554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Barlow ExtraLight"/>
              <a:buNone/>
              <a:defRPr sz="3600">
                <a:solidFill>
                  <a:schemeClr val="accent2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800"/>
              <a:buFont typeface="Barlow ExtraLight"/>
              <a:buNone/>
              <a:defRPr sz="2800">
                <a:solidFill>
                  <a:schemeClr val="accent3"/>
                </a:solidFill>
                <a:latin typeface="Barlow ExtraLight"/>
                <a:ea typeface="Barlow ExtraLight"/>
                <a:cs typeface="Barlow ExtraLight"/>
                <a:sym typeface="Barlow ExtraLight"/>
              </a:defRPr>
            </a:lvl9pPr>
          </a:lstStyle>
          <a:p>
            <a:endParaRPr/>
          </a:p>
        </p:txBody>
      </p:sp>
      <p:sp>
        <p:nvSpPr>
          <p:cNvPr id="290" name="Google Shape;290;p43"/>
          <p:cNvSpPr txBox="1">
            <a:spLocks noGrp="1"/>
          </p:cNvSpPr>
          <p:nvPr>
            <p:ph type="body" idx="14"/>
          </p:nvPr>
        </p:nvSpPr>
        <p:spPr>
          <a:xfrm>
            <a:off x="507400" y="1828050"/>
            <a:ext cx="2136300" cy="297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406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1pPr>
            <a:lvl2pPr marL="914400" lvl="1" indent="-406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2pPr>
            <a:lvl3pPr marL="1371600" lvl="2" indent="-406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3pPr>
            <a:lvl4pPr marL="1828800" lvl="3" indent="-406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4pPr>
            <a:lvl5pPr marL="2286000" lvl="4" indent="-406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5pPr>
            <a:lvl6pPr marL="2743200" lvl="5" indent="-406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6pPr>
            <a:lvl7pPr marL="3200400" lvl="6" indent="-406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7pPr>
            <a:lvl8pPr marL="3657600" lvl="7" indent="-406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8pPr>
            <a:lvl9pPr marL="4114800" lvl="8" indent="-406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291" name="Google Shape;291;p43"/>
          <p:cNvSpPr txBox="1">
            <a:spLocks noGrp="1"/>
          </p:cNvSpPr>
          <p:nvPr>
            <p:ph type="body" idx="15"/>
          </p:nvPr>
        </p:nvSpPr>
        <p:spPr>
          <a:xfrm>
            <a:off x="5481425" y="3680775"/>
            <a:ext cx="1294800" cy="10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292" name="Google Shape;292;p43"/>
          <p:cNvSpPr txBox="1">
            <a:spLocks noGrp="1"/>
          </p:cNvSpPr>
          <p:nvPr>
            <p:ph type="body" idx="16"/>
          </p:nvPr>
        </p:nvSpPr>
        <p:spPr>
          <a:xfrm>
            <a:off x="5481425" y="3780825"/>
            <a:ext cx="12948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293" name="Google Shape;293;p43"/>
          <p:cNvSpPr txBox="1">
            <a:spLocks noGrp="1"/>
          </p:cNvSpPr>
          <p:nvPr>
            <p:ph type="sldNum" idx="12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100">
                <a:solidFill>
                  <a:schemeClr val="accent2"/>
                </a:solidFill>
              </a:defRPr>
            </a:lvl1pPr>
            <a:lvl2pPr lvl="1" rtl="0">
              <a:buNone/>
              <a:defRPr sz="1100">
                <a:solidFill>
                  <a:schemeClr val="accent2"/>
                </a:solidFill>
              </a:defRPr>
            </a:lvl2pPr>
            <a:lvl3pPr lvl="2" rtl="0">
              <a:buNone/>
              <a:defRPr sz="1100">
                <a:solidFill>
                  <a:schemeClr val="accent2"/>
                </a:solidFill>
              </a:defRPr>
            </a:lvl3pPr>
            <a:lvl4pPr lvl="3" rtl="0">
              <a:buNone/>
              <a:defRPr sz="1100">
                <a:solidFill>
                  <a:schemeClr val="accent2"/>
                </a:solidFill>
              </a:defRPr>
            </a:lvl4pPr>
            <a:lvl5pPr lvl="4" rtl="0">
              <a:buNone/>
              <a:defRPr sz="1100">
                <a:solidFill>
                  <a:schemeClr val="accent2"/>
                </a:solidFill>
              </a:defRPr>
            </a:lvl5pPr>
            <a:lvl6pPr lvl="5" rtl="0">
              <a:buNone/>
              <a:defRPr sz="1100">
                <a:solidFill>
                  <a:schemeClr val="accent2"/>
                </a:solidFill>
              </a:defRPr>
            </a:lvl6pPr>
            <a:lvl7pPr lvl="6" rtl="0">
              <a:buNone/>
              <a:defRPr sz="1100">
                <a:solidFill>
                  <a:schemeClr val="accent2"/>
                </a:solidFill>
              </a:defRPr>
            </a:lvl7pPr>
            <a:lvl8pPr lvl="7" rtl="0">
              <a:buNone/>
              <a:defRPr sz="1100">
                <a:solidFill>
                  <a:schemeClr val="accent2"/>
                </a:solidFill>
              </a:defRPr>
            </a:lvl8pPr>
            <a:lvl9pPr lvl="8" rtl="0">
              <a:buNone/>
              <a:defRPr sz="1100"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32">
          <p15:clr>
            <a:srgbClr val="E46962"/>
          </p15:clr>
        </p15:guide>
        <p15:guide id="2" orient="horz" pos="2088">
          <p15:clr>
            <a:srgbClr val="E46962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ction Plan + 5 Images">
  <p:cSld name="CUSTOM_6">
    <p:bg>
      <p:bgPr>
        <a:solidFill>
          <a:schemeClr val="accent6"/>
        </a:solidFill>
        <a:effectLst/>
      </p:bgPr>
    </p:bg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>
            <a:spLocks noGrp="1"/>
          </p:cNvSpPr>
          <p:nvPr>
            <p:ph type="body" idx="1"/>
          </p:nvPr>
        </p:nvSpPr>
        <p:spPr>
          <a:xfrm>
            <a:off x="791150" y="2615450"/>
            <a:ext cx="1294800" cy="10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296" name="Google Shape;296;p44"/>
          <p:cNvSpPr txBox="1">
            <a:spLocks noGrp="1"/>
          </p:cNvSpPr>
          <p:nvPr>
            <p:ph type="body" idx="2"/>
          </p:nvPr>
        </p:nvSpPr>
        <p:spPr>
          <a:xfrm>
            <a:off x="791150" y="2715500"/>
            <a:ext cx="12948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cxnSp>
        <p:nvCxnSpPr>
          <p:cNvPr id="297" name="Google Shape;297;p44"/>
          <p:cNvCxnSpPr/>
          <p:nvPr/>
        </p:nvCxnSpPr>
        <p:spPr>
          <a:xfrm rot="10800000">
            <a:off x="827250" y="1481375"/>
            <a:ext cx="7489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8" name="Google Shape;298;p44"/>
          <p:cNvSpPr>
            <a:spLocks noGrp="1"/>
          </p:cNvSpPr>
          <p:nvPr>
            <p:ph type="pic" idx="3"/>
          </p:nvPr>
        </p:nvSpPr>
        <p:spPr>
          <a:xfrm>
            <a:off x="7049625" y="523025"/>
            <a:ext cx="1305900" cy="1918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299" name="Google Shape;299;p44"/>
          <p:cNvSpPr>
            <a:spLocks noGrp="1"/>
          </p:cNvSpPr>
          <p:nvPr>
            <p:ph type="pic" idx="4"/>
          </p:nvPr>
        </p:nvSpPr>
        <p:spPr>
          <a:xfrm>
            <a:off x="784775" y="522100"/>
            <a:ext cx="1305900" cy="1918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300" name="Google Shape;300;p44"/>
          <p:cNvSpPr>
            <a:spLocks noGrp="1"/>
          </p:cNvSpPr>
          <p:nvPr>
            <p:ph type="pic" idx="5"/>
          </p:nvPr>
        </p:nvSpPr>
        <p:spPr>
          <a:xfrm>
            <a:off x="2343950" y="523500"/>
            <a:ext cx="1305900" cy="1918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301" name="Google Shape;301;p44"/>
          <p:cNvSpPr>
            <a:spLocks noGrp="1"/>
          </p:cNvSpPr>
          <p:nvPr>
            <p:ph type="pic" idx="6"/>
          </p:nvPr>
        </p:nvSpPr>
        <p:spPr>
          <a:xfrm>
            <a:off x="3915213" y="523500"/>
            <a:ext cx="1305900" cy="1918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302" name="Google Shape;302;p44"/>
          <p:cNvSpPr>
            <a:spLocks noGrp="1"/>
          </p:cNvSpPr>
          <p:nvPr>
            <p:ph type="pic" idx="7"/>
          </p:nvPr>
        </p:nvSpPr>
        <p:spPr>
          <a:xfrm>
            <a:off x="5490975" y="523500"/>
            <a:ext cx="1305900" cy="19185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303" name="Google Shape;303;p44"/>
          <p:cNvSpPr txBox="1">
            <a:spLocks noGrp="1"/>
          </p:cNvSpPr>
          <p:nvPr>
            <p:ph type="body" idx="8"/>
          </p:nvPr>
        </p:nvSpPr>
        <p:spPr>
          <a:xfrm>
            <a:off x="5481425" y="4112700"/>
            <a:ext cx="2877600" cy="505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304" name="Google Shape;304;p44"/>
          <p:cNvSpPr txBox="1">
            <a:spLocks noGrp="1"/>
          </p:cNvSpPr>
          <p:nvPr>
            <p:ph type="subTitle" idx="9"/>
          </p:nvPr>
        </p:nvSpPr>
        <p:spPr>
          <a:xfrm>
            <a:off x="5481425" y="3897300"/>
            <a:ext cx="2877600" cy="21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>
            <a:endParaRPr/>
          </a:p>
        </p:txBody>
      </p:sp>
      <p:sp>
        <p:nvSpPr>
          <p:cNvPr id="305" name="Google Shape;305;p44"/>
          <p:cNvSpPr txBox="1">
            <a:spLocks noGrp="1"/>
          </p:cNvSpPr>
          <p:nvPr>
            <p:ph type="body" idx="13"/>
          </p:nvPr>
        </p:nvSpPr>
        <p:spPr>
          <a:xfrm>
            <a:off x="2349500" y="2615450"/>
            <a:ext cx="1294800" cy="10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306" name="Google Shape;306;p44"/>
          <p:cNvSpPr txBox="1">
            <a:spLocks noGrp="1"/>
          </p:cNvSpPr>
          <p:nvPr>
            <p:ph type="body" idx="14"/>
          </p:nvPr>
        </p:nvSpPr>
        <p:spPr>
          <a:xfrm>
            <a:off x="2349500" y="2715500"/>
            <a:ext cx="12948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307" name="Google Shape;307;p44"/>
          <p:cNvSpPr txBox="1">
            <a:spLocks noGrp="1"/>
          </p:cNvSpPr>
          <p:nvPr>
            <p:ph type="body" idx="15"/>
          </p:nvPr>
        </p:nvSpPr>
        <p:spPr>
          <a:xfrm>
            <a:off x="3907850" y="2615450"/>
            <a:ext cx="1294800" cy="10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308" name="Google Shape;308;p44"/>
          <p:cNvSpPr txBox="1">
            <a:spLocks noGrp="1"/>
          </p:cNvSpPr>
          <p:nvPr>
            <p:ph type="body" idx="16"/>
          </p:nvPr>
        </p:nvSpPr>
        <p:spPr>
          <a:xfrm>
            <a:off x="3907850" y="2715500"/>
            <a:ext cx="12948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309" name="Google Shape;309;p44"/>
          <p:cNvSpPr txBox="1">
            <a:spLocks noGrp="1"/>
          </p:cNvSpPr>
          <p:nvPr>
            <p:ph type="body" idx="17"/>
          </p:nvPr>
        </p:nvSpPr>
        <p:spPr>
          <a:xfrm>
            <a:off x="5496525" y="2615450"/>
            <a:ext cx="1294800" cy="10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310" name="Google Shape;310;p44"/>
          <p:cNvSpPr txBox="1">
            <a:spLocks noGrp="1"/>
          </p:cNvSpPr>
          <p:nvPr>
            <p:ph type="body" idx="18"/>
          </p:nvPr>
        </p:nvSpPr>
        <p:spPr>
          <a:xfrm>
            <a:off x="5496525" y="2715500"/>
            <a:ext cx="12948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311" name="Google Shape;311;p44"/>
          <p:cNvSpPr txBox="1">
            <a:spLocks noGrp="1"/>
          </p:cNvSpPr>
          <p:nvPr>
            <p:ph type="body" idx="19"/>
          </p:nvPr>
        </p:nvSpPr>
        <p:spPr>
          <a:xfrm>
            <a:off x="7085200" y="2615450"/>
            <a:ext cx="1294800" cy="10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●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○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700"/>
              <a:buFont typeface="Barlow Medium"/>
              <a:buChar char="■"/>
              <a:defRPr sz="700">
                <a:solidFill>
                  <a:schemeClr val="accent2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312" name="Google Shape;312;p44"/>
          <p:cNvSpPr txBox="1">
            <a:spLocks noGrp="1"/>
          </p:cNvSpPr>
          <p:nvPr>
            <p:ph type="body" idx="20"/>
          </p:nvPr>
        </p:nvSpPr>
        <p:spPr>
          <a:xfrm>
            <a:off x="7085200" y="2715500"/>
            <a:ext cx="12948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1pPr>
            <a:lvl2pPr marL="914400" lvl="1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2pPr>
            <a:lvl3pPr marL="1371600" lvl="2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3pPr>
            <a:lvl4pPr marL="1828800" lvl="3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4pPr>
            <a:lvl5pPr marL="2286000" lvl="4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5pPr>
            <a:lvl6pPr marL="2743200" lvl="5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6pPr>
            <a:lvl7pPr marL="3200400" lvl="6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●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7pPr>
            <a:lvl8pPr marL="3657600" lvl="7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○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Barlow Medium"/>
              <a:buChar char="■"/>
              <a:defRPr sz="700">
                <a:solidFill>
                  <a:schemeClr val="lt1"/>
                </a:solidFill>
                <a:latin typeface="Barlow Medium"/>
                <a:ea typeface="Barlow Medium"/>
                <a:cs typeface="Barlow Medium"/>
                <a:sym typeface="Barlow Medium"/>
              </a:defRPr>
            </a:lvl9pPr>
          </a:lstStyle>
          <a:p>
            <a:endParaRPr/>
          </a:p>
        </p:txBody>
      </p:sp>
      <p:sp>
        <p:nvSpPr>
          <p:cNvPr id="313" name="Google Shape;313;p44"/>
          <p:cNvSpPr txBox="1">
            <a:spLocks noGrp="1"/>
          </p:cNvSpPr>
          <p:nvPr>
            <p:ph type="sldNum" idx="12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100">
                <a:solidFill>
                  <a:schemeClr val="accent2"/>
                </a:solidFill>
              </a:defRPr>
            </a:lvl1pPr>
            <a:lvl2pPr lvl="1" rtl="0">
              <a:buNone/>
              <a:defRPr sz="1100">
                <a:solidFill>
                  <a:schemeClr val="accent2"/>
                </a:solidFill>
              </a:defRPr>
            </a:lvl2pPr>
            <a:lvl3pPr lvl="2" rtl="0">
              <a:buNone/>
              <a:defRPr sz="1100">
                <a:solidFill>
                  <a:schemeClr val="accent2"/>
                </a:solidFill>
              </a:defRPr>
            </a:lvl3pPr>
            <a:lvl4pPr lvl="3" rtl="0">
              <a:buNone/>
              <a:defRPr sz="1100">
                <a:solidFill>
                  <a:schemeClr val="accent2"/>
                </a:solidFill>
              </a:defRPr>
            </a:lvl4pPr>
            <a:lvl5pPr lvl="4" rtl="0">
              <a:buNone/>
              <a:defRPr sz="1100">
                <a:solidFill>
                  <a:schemeClr val="accent2"/>
                </a:solidFill>
              </a:defRPr>
            </a:lvl5pPr>
            <a:lvl6pPr lvl="5" rtl="0">
              <a:buNone/>
              <a:defRPr sz="1100">
                <a:solidFill>
                  <a:schemeClr val="accent2"/>
                </a:solidFill>
              </a:defRPr>
            </a:lvl6pPr>
            <a:lvl7pPr lvl="6" rtl="0">
              <a:buNone/>
              <a:defRPr sz="1100">
                <a:solidFill>
                  <a:schemeClr val="accent2"/>
                </a:solidFill>
              </a:defRPr>
            </a:lvl7pPr>
            <a:lvl8pPr lvl="7" rtl="0">
              <a:buNone/>
              <a:defRPr sz="1100">
                <a:solidFill>
                  <a:schemeClr val="accent2"/>
                </a:solidFill>
              </a:defRPr>
            </a:lvl8pPr>
            <a:lvl9pPr lvl="8" rtl="0">
              <a:buNone/>
              <a:defRPr sz="1100"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meline Graphic">
  <p:cSld name="CUSTOM_9">
    <p:bg>
      <p:bgPr>
        <a:solidFill>
          <a:schemeClr val="dk1"/>
        </a:solidFill>
        <a:effectLst/>
      </p:bgPr>
    </p:bg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>
            <a:spLocks noGrp="1"/>
          </p:cNvSpPr>
          <p:nvPr>
            <p:ph type="body" idx="1"/>
          </p:nvPr>
        </p:nvSpPr>
        <p:spPr>
          <a:xfrm>
            <a:off x="3133000" y="514275"/>
            <a:ext cx="3890700" cy="505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316" name="Google Shape;316;p45"/>
          <p:cNvSpPr txBox="1">
            <a:spLocks noGrp="1"/>
          </p:cNvSpPr>
          <p:nvPr>
            <p:ph type="body" idx="2"/>
          </p:nvPr>
        </p:nvSpPr>
        <p:spPr>
          <a:xfrm>
            <a:off x="657679" y="436194"/>
            <a:ext cx="2278800" cy="198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406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1pPr>
            <a:lvl2pPr marL="914400" lvl="1" indent="-406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2pPr>
            <a:lvl3pPr marL="1371600" lvl="2" indent="-406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3pPr>
            <a:lvl4pPr marL="1828800" lvl="3" indent="-406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4pPr>
            <a:lvl5pPr marL="2286000" lvl="4" indent="-406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5pPr>
            <a:lvl6pPr marL="2743200" lvl="5" indent="-406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6pPr>
            <a:lvl7pPr marL="3200400" lvl="6" indent="-406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●"/>
              <a:defRPr sz="2800">
                <a:solidFill>
                  <a:schemeClr val="accent2"/>
                </a:solidFill>
              </a:defRPr>
            </a:lvl7pPr>
            <a:lvl8pPr marL="3657600" lvl="7" indent="-406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○"/>
              <a:defRPr sz="2800">
                <a:solidFill>
                  <a:schemeClr val="accent2"/>
                </a:solidFill>
              </a:defRPr>
            </a:lvl8pPr>
            <a:lvl9pPr marL="4114800" lvl="8" indent="-40640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Char char="■"/>
              <a:defRPr sz="2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317" name="Google Shape;317;p45"/>
          <p:cNvSpPr txBox="1">
            <a:spLocks noGrp="1"/>
          </p:cNvSpPr>
          <p:nvPr>
            <p:ph type="sldNum" idx="12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100">
                <a:solidFill>
                  <a:schemeClr val="accent2"/>
                </a:solidFill>
              </a:defRPr>
            </a:lvl1pPr>
            <a:lvl2pPr lvl="1" rtl="0">
              <a:buNone/>
              <a:defRPr sz="1100">
                <a:solidFill>
                  <a:schemeClr val="accent2"/>
                </a:solidFill>
              </a:defRPr>
            </a:lvl2pPr>
            <a:lvl3pPr lvl="2" rtl="0">
              <a:buNone/>
              <a:defRPr sz="1100">
                <a:solidFill>
                  <a:schemeClr val="accent2"/>
                </a:solidFill>
              </a:defRPr>
            </a:lvl3pPr>
            <a:lvl4pPr lvl="3" rtl="0">
              <a:buNone/>
              <a:defRPr sz="1100">
                <a:solidFill>
                  <a:schemeClr val="accent2"/>
                </a:solidFill>
              </a:defRPr>
            </a:lvl4pPr>
            <a:lvl5pPr lvl="4" rtl="0">
              <a:buNone/>
              <a:defRPr sz="1100">
                <a:solidFill>
                  <a:schemeClr val="accent2"/>
                </a:solidFill>
              </a:defRPr>
            </a:lvl5pPr>
            <a:lvl6pPr lvl="5" rtl="0">
              <a:buNone/>
              <a:defRPr sz="1100">
                <a:solidFill>
                  <a:schemeClr val="accent2"/>
                </a:solidFill>
              </a:defRPr>
            </a:lvl6pPr>
            <a:lvl7pPr lvl="6" rtl="0">
              <a:buNone/>
              <a:defRPr sz="1100">
                <a:solidFill>
                  <a:schemeClr val="accent2"/>
                </a:solidFill>
              </a:defRPr>
            </a:lvl7pPr>
            <a:lvl8pPr lvl="7" rtl="0">
              <a:buNone/>
              <a:defRPr sz="1100">
                <a:solidFill>
                  <a:schemeClr val="accent2"/>
                </a:solidFill>
              </a:defRPr>
            </a:lvl8pPr>
            <a:lvl9pPr lvl="8" rtl="0">
              <a:buNone/>
              <a:defRPr sz="1100"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494">
          <p15:clr>
            <a:srgbClr val="E46962"/>
          </p15:clr>
        </p15:guide>
        <p15:guide id="2" orient="horz" pos="504">
          <p15:clr>
            <a:srgbClr val="E46962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/ Graphic">
  <p:cSld name="CUSTOM_12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46"/>
          <p:cNvSpPr txBox="1">
            <a:spLocks noGrp="1"/>
          </p:cNvSpPr>
          <p:nvPr>
            <p:ph type="body" idx="1"/>
          </p:nvPr>
        </p:nvSpPr>
        <p:spPr>
          <a:xfrm>
            <a:off x="569725" y="3435300"/>
            <a:ext cx="2884200" cy="1185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●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○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Barlow"/>
              <a:buChar char="■"/>
              <a:defRPr sz="1100">
                <a:solidFill>
                  <a:schemeClr val="l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320" name="Google Shape;320;p46"/>
          <p:cNvSpPr txBox="1">
            <a:spLocks noGrp="1"/>
          </p:cNvSpPr>
          <p:nvPr>
            <p:ph type="subTitle" idx="2"/>
          </p:nvPr>
        </p:nvSpPr>
        <p:spPr>
          <a:xfrm>
            <a:off x="466802" y="445100"/>
            <a:ext cx="2403600" cy="53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Hepta Slab Medium"/>
              <a:buNone/>
              <a:defRPr>
                <a:solidFill>
                  <a:schemeClr val="accent2"/>
                </a:solidFill>
                <a:latin typeface="Hepta Slab Medium"/>
                <a:ea typeface="Hepta Slab Medium"/>
                <a:cs typeface="Hepta Slab Medium"/>
                <a:sym typeface="Hepta Slab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Hepta Slab Medium"/>
              <a:buNone/>
              <a:defRPr>
                <a:latin typeface="Hepta Slab Medium"/>
                <a:ea typeface="Hepta Slab Medium"/>
                <a:cs typeface="Hepta Slab Medium"/>
                <a:sym typeface="Hepta Slab Medium"/>
              </a:defRPr>
            </a:lvl9pPr>
          </a:lstStyle>
          <a:p>
            <a:endParaRPr/>
          </a:p>
        </p:txBody>
      </p:sp>
      <p:sp>
        <p:nvSpPr>
          <p:cNvPr id="321" name="Google Shape;321;p46"/>
          <p:cNvSpPr txBox="1">
            <a:spLocks noGrp="1"/>
          </p:cNvSpPr>
          <p:nvPr>
            <p:ph type="sldNum" idx="12"/>
          </p:nvPr>
        </p:nvSpPr>
        <p:spPr>
          <a:xfrm>
            <a:off x="8490529" y="250829"/>
            <a:ext cx="348900" cy="17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100">
                <a:solidFill>
                  <a:schemeClr val="accent2"/>
                </a:solidFill>
              </a:defRPr>
            </a:lvl1pPr>
            <a:lvl2pPr lvl="1" rtl="0">
              <a:buNone/>
              <a:defRPr sz="1100">
                <a:solidFill>
                  <a:schemeClr val="accent2"/>
                </a:solidFill>
              </a:defRPr>
            </a:lvl2pPr>
            <a:lvl3pPr lvl="2" rtl="0">
              <a:buNone/>
              <a:defRPr sz="1100">
                <a:solidFill>
                  <a:schemeClr val="accent2"/>
                </a:solidFill>
              </a:defRPr>
            </a:lvl3pPr>
            <a:lvl4pPr lvl="3" rtl="0">
              <a:buNone/>
              <a:defRPr sz="1100">
                <a:solidFill>
                  <a:schemeClr val="accent2"/>
                </a:solidFill>
              </a:defRPr>
            </a:lvl4pPr>
            <a:lvl5pPr lvl="4" rtl="0">
              <a:buNone/>
              <a:defRPr sz="1100">
                <a:solidFill>
                  <a:schemeClr val="accent2"/>
                </a:solidFill>
              </a:defRPr>
            </a:lvl5pPr>
            <a:lvl6pPr lvl="5" rtl="0">
              <a:buNone/>
              <a:defRPr sz="1100">
                <a:solidFill>
                  <a:schemeClr val="accent2"/>
                </a:solidFill>
              </a:defRPr>
            </a:lvl6pPr>
            <a:lvl7pPr lvl="6" rtl="0">
              <a:buNone/>
              <a:defRPr sz="1100">
                <a:solidFill>
                  <a:schemeClr val="accent2"/>
                </a:solidFill>
              </a:defRPr>
            </a:lvl7pPr>
            <a:lvl8pPr lvl="7" rtl="0">
              <a:buNone/>
              <a:defRPr sz="1100">
                <a:solidFill>
                  <a:schemeClr val="accent2"/>
                </a:solidFill>
              </a:defRPr>
            </a:lvl8pPr>
            <a:lvl9pPr lvl="8" rtl="0">
              <a:buNone/>
              <a:defRPr sz="1100"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31">
          <p15:clr>
            <a:srgbClr val="E46962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>
  <p:cSld name="TITLE_5">
    <p:bg>
      <p:bgPr>
        <a:solidFill>
          <a:schemeClr val="accent6"/>
        </a:solidFill>
        <a:effectLst/>
      </p:bgPr>
    </p:bg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7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47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47"/>
          <p:cNvSpPr/>
          <p:nvPr/>
        </p:nvSpPr>
        <p:spPr>
          <a:xfrm rot="10800000">
            <a:off x="5058905" y="0"/>
            <a:ext cx="4085100" cy="2052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47"/>
          <p:cNvSpPr/>
          <p:nvPr/>
        </p:nvSpPr>
        <p:spPr>
          <a:xfrm>
            <a:off x="20327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27" name="Google Shape;327;p47"/>
          <p:cNvGrpSpPr/>
          <p:nvPr/>
        </p:nvGrpSpPr>
        <p:grpSpPr>
          <a:xfrm>
            <a:off x="255200" y="592"/>
            <a:ext cx="2250363" cy="1044300"/>
            <a:chOff x="255200" y="592"/>
            <a:chExt cx="2250363" cy="1044300"/>
          </a:xfrm>
        </p:grpSpPr>
        <p:sp>
          <p:nvSpPr>
            <p:cNvPr id="328" name="Google Shape;328;p47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" name="Google Shape;329;p47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" name="Google Shape;330;p47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31" name="Google Shape;331;p47"/>
          <p:cNvGrpSpPr/>
          <p:nvPr/>
        </p:nvGrpSpPr>
        <p:grpSpPr>
          <a:xfrm>
            <a:off x="905395" y="592"/>
            <a:ext cx="2250363" cy="1044300"/>
            <a:chOff x="905395" y="592"/>
            <a:chExt cx="2250363" cy="1044300"/>
          </a:xfrm>
        </p:grpSpPr>
        <p:sp>
          <p:nvSpPr>
            <p:cNvPr id="332" name="Google Shape;332;p47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" name="Google Shape;333;p47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47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35" name="Google Shape;335;p47"/>
          <p:cNvGrpSpPr/>
          <p:nvPr/>
        </p:nvGrpSpPr>
        <p:grpSpPr>
          <a:xfrm>
            <a:off x="7057470" y="5088"/>
            <a:ext cx="1851282" cy="752108"/>
            <a:chOff x="6917201" y="0"/>
            <a:chExt cx="2227776" cy="863400"/>
          </a:xfrm>
        </p:grpSpPr>
        <p:sp>
          <p:nvSpPr>
            <p:cNvPr id="336" name="Google Shape;336;p47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" name="Google Shape;337;p47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" name="Google Shape;338;p47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39" name="Google Shape;339;p47"/>
          <p:cNvGrpSpPr/>
          <p:nvPr/>
        </p:nvGrpSpPr>
        <p:grpSpPr>
          <a:xfrm>
            <a:off x="6553032" y="4217852"/>
            <a:ext cx="2389067" cy="925737"/>
            <a:chOff x="6917201" y="0"/>
            <a:chExt cx="2227776" cy="863400"/>
          </a:xfrm>
        </p:grpSpPr>
        <p:sp>
          <p:nvSpPr>
            <p:cNvPr id="340" name="Google Shape;340;p47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" name="Google Shape;341;p47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" name="Google Shape;342;p47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43" name="Google Shape;343;p47"/>
          <p:cNvGrpSpPr/>
          <p:nvPr/>
        </p:nvGrpSpPr>
        <p:grpSpPr>
          <a:xfrm>
            <a:off x="199151" y="4055652"/>
            <a:ext cx="2795413" cy="1083308"/>
            <a:chOff x="6917201" y="0"/>
            <a:chExt cx="2227776" cy="863400"/>
          </a:xfrm>
        </p:grpSpPr>
        <p:sp>
          <p:nvSpPr>
            <p:cNvPr id="344" name="Google Shape;344;p47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47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" name="Google Shape;346;p47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47" name="Google Shape;347;p47"/>
          <p:cNvSpPr txBox="1">
            <a:spLocks noGrp="1"/>
          </p:cNvSpPr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348" name="Google Shape;348;p47"/>
          <p:cNvSpPr txBox="1">
            <a:spLocks noGrp="1"/>
          </p:cNvSpPr>
          <p:nvPr>
            <p:ph type="subTitle" idx="1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47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_AND_BODY_2">
    <p:bg>
      <p:bgPr>
        <a:solidFill>
          <a:schemeClr val="dk2"/>
        </a:solidFill>
        <a:effectLst/>
      </p:bgPr>
    </p:bg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48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48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48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48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5" name="Google Shape;355;p48"/>
          <p:cNvSpPr txBox="1">
            <a:spLocks noGrp="1"/>
          </p:cNvSpPr>
          <p:nvPr>
            <p:ph type="body" idx="1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56" name="Google Shape;356;p48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2">
    <p:bg>
      <p:bgPr>
        <a:solidFill>
          <a:schemeClr val="accent3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9"/>
          <p:cNvSpPr/>
          <p:nvPr/>
        </p:nvSpPr>
        <p:spPr>
          <a:xfrm flipH="1">
            <a:off x="4757100" y="2309400"/>
            <a:ext cx="4386900" cy="28341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59" name="Google Shape;359;p49"/>
          <p:cNvGrpSpPr/>
          <p:nvPr/>
        </p:nvGrpSpPr>
        <p:grpSpPr>
          <a:xfrm>
            <a:off x="5594191" y="3961115"/>
            <a:ext cx="2910144" cy="1182340"/>
            <a:chOff x="6917201" y="0"/>
            <a:chExt cx="2227776" cy="863400"/>
          </a:xfrm>
        </p:grpSpPr>
        <p:sp>
          <p:nvSpPr>
            <p:cNvPr id="360" name="Google Shape;360;p49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49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" name="Google Shape;362;p49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63" name="Google Shape;363;p49"/>
          <p:cNvGrpSpPr/>
          <p:nvPr/>
        </p:nvGrpSpPr>
        <p:grpSpPr>
          <a:xfrm>
            <a:off x="199151" y="2"/>
            <a:ext cx="2795413" cy="1083308"/>
            <a:chOff x="6917201" y="0"/>
            <a:chExt cx="2227776" cy="863400"/>
          </a:xfrm>
        </p:grpSpPr>
        <p:sp>
          <p:nvSpPr>
            <p:cNvPr id="364" name="Google Shape;364;p49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" name="Google Shape;365;p49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" name="Google Shape;366;p49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67" name="Google Shape;367;p49"/>
          <p:cNvSpPr txBox="1">
            <a:spLocks noGrp="1"/>
          </p:cNvSpPr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368" name="Google Shape;368;p49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1">
  <p:cSld name="MAIN_POINT_2">
    <p:bg>
      <p:bgPr>
        <a:solidFill>
          <a:schemeClr val="accent1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0"/>
          <p:cNvSpPr/>
          <p:nvPr/>
        </p:nvSpPr>
        <p:spPr>
          <a:xfrm>
            <a:off x="0" y="2823144"/>
            <a:ext cx="7369200" cy="23169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50"/>
          <p:cNvSpPr/>
          <p:nvPr/>
        </p:nvSpPr>
        <p:spPr>
          <a:xfrm flipH="1">
            <a:off x="3583210" y="1554113"/>
            <a:ext cx="5560500" cy="35895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72" name="Google Shape;372;p50"/>
          <p:cNvGrpSpPr/>
          <p:nvPr/>
        </p:nvGrpSpPr>
        <p:grpSpPr>
          <a:xfrm>
            <a:off x="255991" y="-119"/>
            <a:ext cx="2251347" cy="1043408"/>
            <a:chOff x="3961956" y="4383950"/>
            <a:chExt cx="1160548" cy="548700"/>
          </a:xfrm>
        </p:grpSpPr>
        <p:sp>
          <p:nvSpPr>
            <p:cNvPr id="373" name="Google Shape;373;p50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" name="Google Shape;374;p50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" name="Google Shape;375;p50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76" name="Google Shape;376;p50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77" name="Google Shape;377;p50"/>
          <p:cNvGrpSpPr/>
          <p:nvPr/>
        </p:nvGrpSpPr>
        <p:grpSpPr>
          <a:xfrm>
            <a:off x="34934" y="4522125"/>
            <a:ext cx="1593305" cy="617072"/>
            <a:chOff x="6917201" y="0"/>
            <a:chExt cx="2227776" cy="863400"/>
          </a:xfrm>
        </p:grpSpPr>
        <p:sp>
          <p:nvSpPr>
            <p:cNvPr id="378" name="Google Shape;378;p50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" name="Google Shape;379;p50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" name="Google Shape;380;p50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81" name="Google Shape;381;p50"/>
          <p:cNvGrpSpPr/>
          <p:nvPr/>
        </p:nvGrpSpPr>
        <p:grpSpPr>
          <a:xfrm>
            <a:off x="5886355" y="1243"/>
            <a:ext cx="3257454" cy="1261514"/>
            <a:chOff x="6917201" y="0"/>
            <a:chExt cx="2227776" cy="863400"/>
          </a:xfrm>
        </p:grpSpPr>
        <p:sp>
          <p:nvSpPr>
            <p:cNvPr id="382" name="Google Shape;382;p50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" name="Google Shape;383;p50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" name="Google Shape;384;p50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85" name="Google Shape;385;p50"/>
          <p:cNvSpPr txBox="1">
            <a:spLocks noGrp="1"/>
          </p:cNvSpPr>
          <p:nvPr>
            <p:ph type="title"/>
          </p:nvPr>
        </p:nvSpPr>
        <p:spPr>
          <a:xfrm>
            <a:off x="1393929" y="1301146"/>
            <a:ext cx="6366900" cy="25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86" name="Google Shape;386;p50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9950" y="300125"/>
            <a:ext cx="8353800" cy="8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Hepta Slab"/>
              <a:buNone/>
              <a:defRPr sz="3600">
                <a:solidFill>
                  <a:schemeClr val="dk1"/>
                </a:solidFill>
                <a:latin typeface="Hepta Slab"/>
                <a:ea typeface="Hepta Slab"/>
                <a:cs typeface="Hepta Slab"/>
                <a:sym typeface="Hepta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Hepta Slab"/>
              <a:buNone/>
              <a:defRPr>
                <a:latin typeface="Hepta Slab"/>
                <a:ea typeface="Hepta Slab"/>
                <a:cs typeface="Hepta Slab"/>
                <a:sym typeface="Hepta Slab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36575" y="2676025"/>
            <a:ext cx="5275500" cy="22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238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Barlow Light"/>
              <a:buChar char="●"/>
              <a:defRPr sz="15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rlow Light"/>
              <a:buChar char="○"/>
              <a:defRPr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Barlow Light"/>
              <a:buChar char="■"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Barlow Light"/>
              <a:buChar char="●"/>
              <a:defRPr sz="12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Barlow Light"/>
              <a:buChar char="○"/>
              <a:defRPr sz="11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Barlow Light"/>
              <a:buChar char="■"/>
              <a:defRPr sz="10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Barlow Light"/>
              <a:buChar char="●"/>
              <a:defRPr sz="9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Barlow Light"/>
              <a:buChar char="○"/>
              <a:defRPr sz="8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marL="4114800" lvl="8" indent="-27305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Barlow Light"/>
              <a:buChar char="■"/>
              <a:defRPr sz="8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lvl="1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r">
              <a:buNone/>
              <a:defRPr sz="13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1"/>
          <p:cNvSpPr txBox="1">
            <a:spLocks noGrp="1"/>
          </p:cNvSpPr>
          <p:nvPr>
            <p:ph type="title"/>
          </p:nvPr>
        </p:nvSpPr>
        <p:spPr>
          <a:xfrm>
            <a:off x="632850" y="1124700"/>
            <a:ext cx="7878300" cy="174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/>
              <a:t>Git and GitHub</a:t>
            </a:r>
            <a:endParaRPr/>
          </a:p>
        </p:txBody>
      </p:sp>
      <p:sp>
        <p:nvSpPr>
          <p:cNvPr id="392" name="Google Shape;392;p51"/>
          <p:cNvSpPr txBox="1">
            <a:spLocks noGrp="1"/>
          </p:cNvSpPr>
          <p:nvPr>
            <p:ph type="body" idx="1"/>
          </p:nvPr>
        </p:nvSpPr>
        <p:spPr>
          <a:xfrm>
            <a:off x="4046100" y="4236450"/>
            <a:ext cx="1051800" cy="169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 Technology</a:t>
            </a:r>
            <a:endParaRPr/>
          </a:p>
        </p:txBody>
      </p:sp>
      <p:sp>
        <p:nvSpPr>
          <p:cNvPr id="393" name="Google Shape;393;p51"/>
          <p:cNvSpPr txBox="1">
            <a:spLocks noGrp="1"/>
          </p:cNvSpPr>
          <p:nvPr>
            <p:ph type="subTitle" idx="2"/>
          </p:nvPr>
        </p:nvSpPr>
        <p:spPr>
          <a:xfrm>
            <a:off x="2857500" y="2902000"/>
            <a:ext cx="3765600" cy="9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/>
              <a:t>2025-2026 PROMOTION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>
          <a:extLst>
            <a:ext uri="{FF2B5EF4-FFF2-40B4-BE49-F238E27FC236}">
              <a16:creationId xmlns:a16="http://schemas.microsoft.com/office/drawing/2014/main" id="{F952C05D-BD3E-8155-5370-AD620463B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1">
            <a:extLst>
              <a:ext uri="{FF2B5EF4-FFF2-40B4-BE49-F238E27FC236}">
                <a16:creationId xmlns:a16="http://schemas.microsoft.com/office/drawing/2014/main" id="{56D41B38-7161-1D4B-3C57-B6F1F4C34C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2850" y="1124700"/>
            <a:ext cx="7878300" cy="174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-US" dirty="0"/>
              <a:t>S</a:t>
            </a:r>
            <a:r>
              <a:rPr lang="en" dirty="0"/>
              <a:t>econd edition</a:t>
            </a:r>
            <a:endParaRPr dirty="0"/>
          </a:p>
        </p:txBody>
      </p:sp>
      <p:sp>
        <p:nvSpPr>
          <p:cNvPr id="392" name="Google Shape;392;p51">
            <a:extLst>
              <a:ext uri="{FF2B5EF4-FFF2-40B4-BE49-F238E27FC236}">
                <a16:creationId xmlns:a16="http://schemas.microsoft.com/office/drawing/2014/main" id="{DB1023B2-8D9C-9D4D-36F6-1430CABAA3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46100" y="4236450"/>
            <a:ext cx="1051800" cy="169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 fontScale="925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 Technology</a:t>
            </a:r>
            <a:endParaRPr/>
          </a:p>
        </p:txBody>
      </p:sp>
      <p:sp>
        <p:nvSpPr>
          <p:cNvPr id="393" name="Google Shape;393;p51">
            <a:extLst>
              <a:ext uri="{FF2B5EF4-FFF2-40B4-BE49-F238E27FC236}">
                <a16:creationId xmlns:a16="http://schemas.microsoft.com/office/drawing/2014/main" id="{E0B43187-82B2-CAC0-1DEA-CDAD487CDF54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2857500" y="2902000"/>
            <a:ext cx="3765600" cy="9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 dirty="0"/>
              <a:t>2025-2026 PROMOTION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650241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2"/>
          <p:cNvSpPr txBox="1">
            <a:spLocks noGrp="1"/>
          </p:cNvSpPr>
          <p:nvPr>
            <p:ph type="title"/>
          </p:nvPr>
        </p:nvSpPr>
        <p:spPr>
          <a:xfrm>
            <a:off x="697350" y="3071825"/>
            <a:ext cx="7749300" cy="87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</a:t>
            </a:r>
            <a:endParaRPr/>
          </a:p>
        </p:txBody>
      </p:sp>
      <p:sp>
        <p:nvSpPr>
          <p:cNvPr id="399" name="Google Shape;399;p52"/>
          <p:cNvSpPr txBox="1">
            <a:spLocks noGrp="1"/>
          </p:cNvSpPr>
          <p:nvPr>
            <p:ph type="title" idx="2"/>
          </p:nvPr>
        </p:nvSpPr>
        <p:spPr>
          <a:xfrm>
            <a:off x="2698975" y="1194450"/>
            <a:ext cx="4132200" cy="201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Git?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53"/>
          <p:cNvSpPr txBox="1">
            <a:spLocks noGrp="1"/>
          </p:cNvSpPr>
          <p:nvPr>
            <p:ph type="ctrTitle"/>
          </p:nvPr>
        </p:nvSpPr>
        <p:spPr>
          <a:xfrm>
            <a:off x="1734450" y="667100"/>
            <a:ext cx="5794800" cy="8082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Comic Sans MS"/>
                <a:ea typeface="Comic Sans MS"/>
                <a:cs typeface="Comic Sans MS"/>
                <a:sym typeface="Comic Sans MS"/>
              </a:rPr>
              <a:t>Git’s meaning</a:t>
            </a:r>
            <a:endParaRPr>
              <a:solidFill>
                <a:schemeClr val="accent2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405" name="Google Shape;405;p53"/>
          <p:cNvSpPr txBox="1">
            <a:spLocks noGrp="1"/>
          </p:cNvSpPr>
          <p:nvPr>
            <p:ph type="subTitle" idx="1"/>
          </p:nvPr>
        </p:nvSpPr>
        <p:spPr>
          <a:xfrm>
            <a:off x="1734450" y="1872950"/>
            <a:ext cx="5794800" cy="23619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Git is a popular version control system.</a:t>
            </a:r>
            <a:endParaRPr sz="21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It was created by Linus Torvalds in 2005, and has been maintained by Junio Hamano since then.</a:t>
            </a:r>
            <a:endParaRPr sz="21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1400"/>
              </a:spcAft>
              <a:buNone/>
            </a:pPr>
            <a:r>
              <a:rPr lang="en" sz="2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It is used for:</a:t>
            </a:r>
            <a:endParaRPr sz="2300">
              <a:latin typeface="Comic Sans MS"/>
              <a:ea typeface="Comic Sans MS"/>
              <a:cs typeface="Comic Sans MS"/>
              <a:sym typeface="Comic Sans M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4"/>
          <p:cNvSpPr txBox="1">
            <a:spLocks noGrp="1"/>
          </p:cNvSpPr>
          <p:nvPr>
            <p:ph type="subTitle" idx="1"/>
          </p:nvPr>
        </p:nvSpPr>
        <p:spPr>
          <a:xfrm>
            <a:off x="1217175" y="1161400"/>
            <a:ext cx="7156800" cy="32115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826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4000"/>
              <a:buFont typeface="Arial"/>
              <a:buChar char="●"/>
            </a:pPr>
            <a:r>
              <a:rPr lang="en" sz="40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Tracking code changes</a:t>
            </a:r>
            <a:endParaRPr sz="40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482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Font typeface="Arial"/>
              <a:buChar char="●"/>
            </a:pPr>
            <a:r>
              <a:rPr lang="en" sz="40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Tracking who made changes</a:t>
            </a:r>
            <a:endParaRPr sz="40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482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Font typeface="Arial"/>
              <a:buChar char="●"/>
            </a:pPr>
            <a:r>
              <a:rPr lang="en" sz="40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Coding collaboration</a:t>
            </a:r>
            <a:endParaRPr sz="4100">
              <a:latin typeface="Comic Sans MS"/>
              <a:ea typeface="Comic Sans MS"/>
              <a:cs typeface="Comic Sans MS"/>
              <a:sym typeface="Comic Sans M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55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Key Git Concepts</a:t>
            </a:r>
            <a:endParaRPr sz="2400" b="1">
              <a:solidFill>
                <a:srgbClr val="FF00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416" name="Google Shape;416;p55"/>
          <p:cNvSpPr txBox="1">
            <a:spLocks noGrp="1"/>
          </p:cNvSpPr>
          <p:nvPr>
            <p:ph type="subTitle" idx="1"/>
          </p:nvPr>
        </p:nvSpPr>
        <p:spPr>
          <a:xfrm>
            <a:off x="1217175" y="1080900"/>
            <a:ext cx="7156800" cy="33057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" sz="1800" b="1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Repository</a:t>
            </a:r>
            <a:r>
              <a:rPr lang="en" sz="18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: A folder where Git tracks your project and its history.</a:t>
            </a:r>
            <a:endParaRPr sz="18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" sz="1800" b="1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Clone</a:t>
            </a:r>
            <a:r>
              <a:rPr lang="en" sz="18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: Make a copy of a remote repository on your computer.</a:t>
            </a:r>
            <a:endParaRPr sz="18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" sz="1800" b="1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Stage</a:t>
            </a:r>
            <a:r>
              <a:rPr lang="en" sz="18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: Tell Git which changes you want to save next.</a:t>
            </a:r>
            <a:endParaRPr sz="18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" sz="1800" b="1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Commit</a:t>
            </a:r>
            <a:r>
              <a:rPr lang="en" sz="18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: Save a snapshot of your staged changes.</a:t>
            </a:r>
            <a:endParaRPr sz="18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" sz="1800" b="1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Branch</a:t>
            </a:r>
            <a:r>
              <a:rPr lang="en" sz="18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: Work on different versions or features at the same time.</a:t>
            </a:r>
            <a:endParaRPr sz="18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" sz="1800" b="1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Merge</a:t>
            </a:r>
            <a:r>
              <a:rPr lang="en" sz="18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: Combine changes from different branches.</a:t>
            </a:r>
            <a:endParaRPr sz="18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" sz="1800" b="1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Pull</a:t>
            </a:r>
            <a:r>
              <a:rPr lang="en" sz="18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: Get the latest changes from a remote repository.</a:t>
            </a:r>
            <a:endParaRPr sz="18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</a:pPr>
            <a:r>
              <a:rPr lang="en" sz="1800" b="1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Push</a:t>
            </a:r>
            <a:r>
              <a:rPr lang="en" sz="18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: Send your changes to a remote repository.</a:t>
            </a:r>
            <a:endParaRPr sz="2000">
              <a:latin typeface="Comic Sans MS"/>
              <a:ea typeface="Comic Sans MS"/>
              <a:cs typeface="Comic Sans MS"/>
              <a:sym typeface="Comic Sans M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56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2600">
                <a:solidFill>
                  <a:srgbClr val="FF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Working with Git</a:t>
            </a:r>
            <a:endParaRPr sz="2600">
              <a:solidFill>
                <a:srgbClr val="FF00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422" name="Google Shape;422;p56"/>
          <p:cNvSpPr txBox="1">
            <a:spLocks noGrp="1"/>
          </p:cNvSpPr>
          <p:nvPr>
            <p:ph type="subTitle" idx="1"/>
          </p:nvPr>
        </p:nvSpPr>
        <p:spPr>
          <a:xfrm>
            <a:off x="1217175" y="1080900"/>
            <a:ext cx="7156800" cy="33600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700"/>
              <a:buFont typeface="Arial"/>
              <a:buChar char="●"/>
            </a:pPr>
            <a:r>
              <a:rPr lang="en" sz="17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Initialize Git on a folder, making it a Repository</a:t>
            </a:r>
            <a:endParaRPr sz="17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Font typeface="Arial"/>
              <a:buChar char="●"/>
            </a:pPr>
            <a:r>
              <a:rPr lang="en" sz="17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Git now creates a hidden folder to keep track of changes in that folder</a:t>
            </a:r>
            <a:endParaRPr sz="17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Font typeface="Arial"/>
              <a:buChar char="●"/>
            </a:pPr>
            <a:r>
              <a:rPr lang="en" sz="17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When a file is changed, added or deleted, it is considered modified</a:t>
            </a:r>
            <a:endParaRPr sz="17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Font typeface="Arial"/>
              <a:buChar char="●"/>
            </a:pPr>
            <a:r>
              <a:rPr lang="en" sz="17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You select the modified files you want to Stage</a:t>
            </a:r>
            <a:endParaRPr sz="17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Font typeface="Arial"/>
              <a:buChar char="●"/>
            </a:pPr>
            <a:r>
              <a:rPr lang="en" sz="17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The Staged files are Committed, which prompts Git to store a permanent snapshot of the files</a:t>
            </a:r>
            <a:endParaRPr sz="17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Font typeface="Arial"/>
              <a:buChar char="●"/>
            </a:pPr>
            <a:r>
              <a:rPr lang="en" sz="17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Git allows you to see the full history of every commit.</a:t>
            </a:r>
            <a:endParaRPr sz="17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Font typeface="Arial"/>
              <a:buChar char="●"/>
            </a:pPr>
            <a:r>
              <a:rPr lang="en" sz="17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You can revert back to any previous commit.</a:t>
            </a:r>
            <a:endParaRPr sz="17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Font typeface="Arial"/>
              <a:buChar char="●"/>
            </a:pPr>
            <a:r>
              <a:rPr lang="en" sz="17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Git does not store a separate copy of every file in every commit, but keeps track of changes made in each commit!</a:t>
            </a:r>
            <a:endParaRPr sz="17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1200"/>
              </a:spcBef>
              <a:spcAft>
                <a:spcPts val="0"/>
              </a:spcAft>
              <a:buNone/>
            </a:pPr>
            <a:endParaRPr sz="1900">
              <a:latin typeface="Comic Sans MS"/>
              <a:ea typeface="Comic Sans MS"/>
              <a:cs typeface="Comic Sans MS"/>
              <a:sym typeface="Comic Sans M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57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3300">
                <a:solidFill>
                  <a:srgbClr val="FF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Why Git?</a:t>
            </a:r>
            <a:endParaRPr sz="3300">
              <a:solidFill>
                <a:srgbClr val="FF00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428" name="Google Shape;428;p57"/>
          <p:cNvSpPr txBox="1">
            <a:spLocks noGrp="1"/>
          </p:cNvSpPr>
          <p:nvPr>
            <p:ph type="subTitle" idx="1"/>
          </p:nvPr>
        </p:nvSpPr>
        <p:spPr>
          <a:xfrm>
            <a:off x="1217175" y="1080900"/>
            <a:ext cx="7156800" cy="33600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683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200"/>
              <a:buFont typeface="Arial"/>
              <a:buChar char="●"/>
            </a:pPr>
            <a:r>
              <a:rPr lang="en" sz="22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Over 70% of developers use Git!</a:t>
            </a:r>
            <a:endParaRPr sz="22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683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Arial"/>
              <a:buChar char="●"/>
            </a:pPr>
            <a:r>
              <a:rPr lang="en" sz="22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Developers can work together from anywhere in the world.</a:t>
            </a:r>
            <a:endParaRPr sz="22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683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Arial"/>
              <a:buChar char="●"/>
            </a:pPr>
            <a:r>
              <a:rPr lang="en" sz="22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Developers can see the full history of the project.</a:t>
            </a:r>
            <a:endParaRPr sz="22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3683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Arial"/>
              <a:buChar char="●"/>
            </a:pPr>
            <a:r>
              <a:rPr lang="en" sz="22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Developers can revert to earlier versions of a project.</a:t>
            </a:r>
            <a:endParaRPr sz="27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58"/>
          <p:cNvSpPr txBox="1">
            <a:spLocks noGrp="1"/>
          </p:cNvSpPr>
          <p:nvPr>
            <p:ph type="title"/>
          </p:nvPr>
        </p:nvSpPr>
        <p:spPr>
          <a:xfrm>
            <a:off x="697350" y="3071825"/>
            <a:ext cx="7749300" cy="87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</a:t>
            </a:r>
            <a:endParaRPr/>
          </a:p>
        </p:txBody>
      </p:sp>
      <p:sp>
        <p:nvSpPr>
          <p:cNvPr id="434" name="Google Shape;434;p58"/>
          <p:cNvSpPr txBox="1">
            <a:spLocks noGrp="1"/>
          </p:cNvSpPr>
          <p:nvPr>
            <p:ph type="title" idx="2"/>
          </p:nvPr>
        </p:nvSpPr>
        <p:spPr>
          <a:xfrm>
            <a:off x="600250" y="1194450"/>
            <a:ext cx="8079600" cy="201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GitHub?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59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" sz="3400" b="1">
                <a:solidFill>
                  <a:schemeClr val="lt1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What is GitHub?</a:t>
            </a:r>
            <a:endParaRPr sz="3600" b="1">
              <a:solidFill>
                <a:srgbClr val="FF00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440" name="Google Shape;440;p59"/>
          <p:cNvSpPr txBox="1">
            <a:spLocks noGrp="1"/>
          </p:cNvSpPr>
          <p:nvPr>
            <p:ph type="subTitle" idx="1"/>
          </p:nvPr>
        </p:nvSpPr>
        <p:spPr>
          <a:xfrm>
            <a:off x="1217175" y="1080900"/>
            <a:ext cx="7156800" cy="33600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19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3000"/>
              <a:buFont typeface="Arial"/>
              <a:buChar char="●"/>
            </a:pPr>
            <a:r>
              <a:rPr lang="en" sz="30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Git is not the same as GitHub.</a:t>
            </a:r>
            <a:endParaRPr sz="30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419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Char char="●"/>
            </a:pPr>
            <a:r>
              <a:rPr lang="en" sz="30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GitHub makes tools that use Git.</a:t>
            </a:r>
            <a:endParaRPr sz="30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419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Char char="●"/>
            </a:pPr>
            <a:r>
              <a:rPr lang="en" sz="30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GitHub is the largest host of source code in the world, and has been owned by Microsoft since 2018.</a:t>
            </a:r>
            <a:endParaRPr sz="35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60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2600">
                <a:solidFill>
                  <a:srgbClr val="FF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INITIALIZATION OF A GitRepo</a:t>
            </a:r>
            <a:endParaRPr sz="2600">
              <a:solidFill>
                <a:srgbClr val="FF00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446" name="Google Shape;446;p60"/>
          <p:cNvSpPr txBox="1">
            <a:spLocks noGrp="1"/>
          </p:cNvSpPr>
          <p:nvPr>
            <p:ph type="subTitle" idx="1"/>
          </p:nvPr>
        </p:nvSpPr>
        <p:spPr>
          <a:xfrm>
            <a:off x="1217175" y="1080900"/>
            <a:ext cx="7156800" cy="33600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Command:</a:t>
            </a:r>
            <a:endParaRPr sz="26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6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sz="3300" b="1">
              <a:solidFill>
                <a:srgbClr val="2F9C0A"/>
              </a:solidFill>
              <a:highlight>
                <a:srgbClr val="FDFDFD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33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git</a:t>
            </a:r>
            <a:r>
              <a:rPr lang="en" sz="3300" b="1">
                <a:solidFill>
                  <a:srgbClr val="C92C2C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33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init</a:t>
            </a:r>
            <a:endParaRPr sz="33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endParaRPr sz="26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61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2600">
                <a:solidFill>
                  <a:srgbClr val="FF0000"/>
                </a:solidFill>
                <a:highlight>
                  <a:schemeClr val="dk1"/>
                </a:highlight>
                <a:latin typeface="Arial"/>
                <a:ea typeface="Arial"/>
                <a:cs typeface="Arial"/>
                <a:sym typeface="Arial"/>
              </a:rPr>
              <a:t>CONFIGURATION OF A GitRepo</a:t>
            </a:r>
            <a:endParaRPr sz="2600">
              <a:solidFill>
                <a:srgbClr val="FF000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61"/>
          <p:cNvSpPr txBox="1">
            <a:spLocks noGrp="1"/>
          </p:cNvSpPr>
          <p:nvPr>
            <p:ph type="subTitle" idx="1"/>
          </p:nvPr>
        </p:nvSpPr>
        <p:spPr>
          <a:xfrm>
            <a:off x="1217175" y="1080900"/>
            <a:ext cx="7156800" cy="33600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Command:</a:t>
            </a:r>
            <a:endParaRPr sz="15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5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sz="2200" b="1">
              <a:solidFill>
                <a:srgbClr val="2F9C0A"/>
              </a:solidFill>
              <a:highlight>
                <a:srgbClr val="FDFDFD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git config--global user.email "my email"</a:t>
            </a:r>
            <a:endParaRPr sz="22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endParaRPr sz="15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62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2600">
                <a:solidFill>
                  <a:srgbClr val="FF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STAGING MULTIPLE FILE (S)</a:t>
            </a:r>
            <a:endParaRPr sz="2600">
              <a:solidFill>
                <a:srgbClr val="FF00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458" name="Google Shape;458;p62"/>
          <p:cNvSpPr txBox="1">
            <a:spLocks noGrp="1"/>
          </p:cNvSpPr>
          <p:nvPr>
            <p:ph type="subTitle" idx="1"/>
          </p:nvPr>
        </p:nvSpPr>
        <p:spPr>
          <a:xfrm>
            <a:off x="1217175" y="1080900"/>
            <a:ext cx="7156800" cy="33600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Command:</a:t>
            </a:r>
            <a:endParaRPr sz="26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6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3300"/>
              <a:buFont typeface="Courier New"/>
              <a:buChar char="●"/>
            </a:pPr>
            <a:r>
              <a:rPr lang="en" sz="3300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git</a:t>
            </a:r>
            <a:r>
              <a:rPr lang="en" sz="3300">
                <a:solidFill>
                  <a:srgbClr val="C92C2C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3300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add</a:t>
            </a:r>
            <a:r>
              <a:rPr lang="en" sz="3300">
                <a:solidFill>
                  <a:srgbClr val="C92C2C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 --all</a:t>
            </a:r>
            <a:endParaRPr sz="33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300"/>
              <a:buFont typeface="Courier New"/>
              <a:buChar char="●"/>
            </a:pPr>
            <a:r>
              <a:rPr lang="en" sz="3300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git</a:t>
            </a:r>
            <a:r>
              <a:rPr lang="en" sz="3300">
                <a:solidFill>
                  <a:srgbClr val="C92C2C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3300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add</a:t>
            </a:r>
            <a:r>
              <a:rPr lang="en" sz="3300">
                <a:solidFill>
                  <a:srgbClr val="C92C2C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 -A</a:t>
            </a:r>
            <a:endParaRPr sz="3300">
              <a:solidFill>
                <a:srgbClr val="C92C2C"/>
              </a:solidFill>
              <a:highlight>
                <a:srgbClr val="FDFDFD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300"/>
              <a:buFont typeface="Courier New"/>
              <a:buChar char="●"/>
            </a:pPr>
            <a:r>
              <a:rPr lang="en" sz="3300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git</a:t>
            </a:r>
            <a:r>
              <a:rPr lang="en" sz="3300">
                <a:solidFill>
                  <a:srgbClr val="C92C2C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3300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add</a:t>
            </a:r>
            <a:r>
              <a:rPr lang="en" sz="3300">
                <a:solidFill>
                  <a:srgbClr val="C92C2C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 .</a:t>
            </a:r>
            <a:endParaRPr sz="33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endParaRPr sz="26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63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2600">
                <a:solidFill>
                  <a:srgbClr val="FF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UNSTAGING FILE (S)</a:t>
            </a:r>
            <a:endParaRPr sz="2600">
              <a:solidFill>
                <a:srgbClr val="FF00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464" name="Google Shape;464;p63"/>
          <p:cNvSpPr txBox="1">
            <a:spLocks noGrp="1"/>
          </p:cNvSpPr>
          <p:nvPr>
            <p:ph type="subTitle" idx="1"/>
          </p:nvPr>
        </p:nvSpPr>
        <p:spPr>
          <a:xfrm>
            <a:off x="1217175" y="1080900"/>
            <a:ext cx="7156800" cy="33600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Command:</a:t>
            </a:r>
            <a:endParaRPr sz="22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sz="2900">
              <a:solidFill>
                <a:srgbClr val="2F9C0A"/>
              </a:solidFill>
              <a:highlight>
                <a:srgbClr val="FDFDFD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29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git restore </a:t>
            </a:r>
            <a:r>
              <a:rPr lang="en" sz="2900" b="1">
                <a:solidFill>
                  <a:srgbClr val="FF9900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--</a:t>
            </a:r>
            <a:r>
              <a:rPr lang="en" sz="29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staged filename</a:t>
            </a:r>
            <a:endParaRPr sz="2900" b="1">
              <a:solidFill>
                <a:srgbClr val="2F9C0A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endParaRPr sz="22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64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3300">
                <a:solidFill>
                  <a:srgbClr val="FF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CHECKING GIT STATUS</a:t>
            </a:r>
            <a:endParaRPr sz="3300">
              <a:solidFill>
                <a:srgbClr val="FF00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470" name="Google Shape;470;p64"/>
          <p:cNvSpPr txBox="1">
            <a:spLocks noGrp="1"/>
          </p:cNvSpPr>
          <p:nvPr>
            <p:ph type="subTitle" idx="1"/>
          </p:nvPr>
        </p:nvSpPr>
        <p:spPr>
          <a:xfrm>
            <a:off x="1339175" y="1048275"/>
            <a:ext cx="7156800" cy="33600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3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Command:</a:t>
            </a:r>
            <a:endParaRPr sz="43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43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5461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5000"/>
              <a:buFont typeface="Courier New"/>
              <a:buChar char="●"/>
            </a:pPr>
            <a:r>
              <a:rPr lang="en" sz="5000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git</a:t>
            </a:r>
            <a:r>
              <a:rPr lang="en" sz="5000">
                <a:solidFill>
                  <a:srgbClr val="C92C2C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5000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status</a:t>
            </a:r>
            <a:endParaRPr sz="43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65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2600">
                <a:solidFill>
                  <a:srgbClr val="FF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COMMITTING MULTIPLE FILE (S)</a:t>
            </a:r>
            <a:endParaRPr sz="2600">
              <a:solidFill>
                <a:srgbClr val="FF00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476" name="Google Shape;476;p65"/>
          <p:cNvSpPr txBox="1">
            <a:spLocks noGrp="1"/>
          </p:cNvSpPr>
          <p:nvPr>
            <p:ph type="subTitle" idx="1"/>
          </p:nvPr>
        </p:nvSpPr>
        <p:spPr>
          <a:xfrm>
            <a:off x="1217175" y="1080900"/>
            <a:ext cx="7156800" cy="33600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Command:</a:t>
            </a:r>
            <a:endParaRPr sz="27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7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457200" lvl="0" indent="-4445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3400"/>
              <a:buFont typeface="Courier New"/>
              <a:buChar char="●"/>
            </a:pPr>
            <a:r>
              <a:rPr lang="en" sz="3400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git</a:t>
            </a:r>
            <a:r>
              <a:rPr lang="en" sz="3400">
                <a:solidFill>
                  <a:srgbClr val="C92C2C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3400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commit </a:t>
            </a:r>
            <a:r>
              <a:rPr lang="en" sz="3400">
                <a:solidFill>
                  <a:srgbClr val="C92C2C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-m “ft-feature</a:t>
            </a:r>
            <a:endParaRPr sz="3400">
              <a:solidFill>
                <a:srgbClr val="C92C2C"/>
              </a:solidFill>
              <a:highlight>
                <a:srgbClr val="FDFDFD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444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C92C2C"/>
              </a:buClr>
              <a:buSzPts val="3400"/>
              <a:buFont typeface="Courier New"/>
              <a:buChar char="●"/>
            </a:pPr>
            <a:r>
              <a:rPr lang="en" sz="3400">
                <a:solidFill>
                  <a:srgbClr val="C92C2C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Actions done”</a:t>
            </a:r>
            <a:endParaRPr sz="34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endParaRPr sz="27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66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2600">
                <a:solidFill>
                  <a:srgbClr val="FF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CHECKING GIT COMMITS</a:t>
            </a:r>
            <a:endParaRPr sz="2600">
              <a:solidFill>
                <a:srgbClr val="FF00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482" name="Google Shape;482;p66"/>
          <p:cNvSpPr txBox="1">
            <a:spLocks noGrp="1"/>
          </p:cNvSpPr>
          <p:nvPr>
            <p:ph type="subTitle" idx="1"/>
          </p:nvPr>
        </p:nvSpPr>
        <p:spPr>
          <a:xfrm>
            <a:off x="1217175" y="1080900"/>
            <a:ext cx="7156800" cy="33600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Command:</a:t>
            </a:r>
            <a:endParaRPr sz="27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7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sz="3400">
              <a:solidFill>
                <a:srgbClr val="2F9C0A"/>
              </a:solidFill>
              <a:highlight>
                <a:srgbClr val="FDFDFD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34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git</a:t>
            </a:r>
            <a:r>
              <a:rPr lang="en" sz="3400" b="1">
                <a:solidFill>
                  <a:srgbClr val="C92C2C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34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log</a:t>
            </a:r>
            <a:endParaRPr sz="34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endParaRPr sz="27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67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2600">
                <a:solidFill>
                  <a:srgbClr val="FF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CANCELLING GIT COMMITS</a:t>
            </a:r>
            <a:endParaRPr sz="2600">
              <a:solidFill>
                <a:srgbClr val="FF00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488" name="Google Shape;488;p67"/>
          <p:cNvSpPr txBox="1">
            <a:spLocks noGrp="1"/>
          </p:cNvSpPr>
          <p:nvPr>
            <p:ph type="subTitle" idx="1"/>
          </p:nvPr>
        </p:nvSpPr>
        <p:spPr>
          <a:xfrm>
            <a:off x="1217175" y="1080900"/>
            <a:ext cx="7156800" cy="33600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Command:</a:t>
            </a:r>
            <a:endParaRPr sz="3400">
              <a:solidFill>
                <a:srgbClr val="2F9C0A"/>
              </a:solidFill>
              <a:highlight>
                <a:srgbClr val="FDFDFD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44450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2F9C0A"/>
              </a:buClr>
              <a:buSzPts val="3400"/>
              <a:buFont typeface="Courier New"/>
              <a:buChar char="●"/>
            </a:pPr>
            <a:r>
              <a:rPr lang="en" sz="34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git reset --soft HEAD~1</a:t>
            </a:r>
            <a:endParaRPr sz="3400" b="1">
              <a:solidFill>
                <a:srgbClr val="2F9C0A"/>
              </a:solidFill>
              <a:highlight>
                <a:srgbClr val="FDFDFD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444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9C0A"/>
              </a:buClr>
              <a:buSzPts val="3400"/>
              <a:buFont typeface="Courier New"/>
              <a:buChar char="●"/>
            </a:pPr>
            <a:r>
              <a:rPr lang="en" sz="34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git reset --mixed HEAD~1</a:t>
            </a:r>
            <a:endParaRPr sz="3400" b="1">
              <a:solidFill>
                <a:srgbClr val="2F9C0A"/>
              </a:solidFill>
              <a:highlight>
                <a:srgbClr val="FDFDFD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444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9C0A"/>
              </a:buClr>
              <a:buSzPts val="3400"/>
              <a:buFont typeface="Courier New"/>
              <a:buChar char="●"/>
            </a:pPr>
            <a:r>
              <a:rPr lang="en" sz="34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git reset --hard HEAD~1</a:t>
            </a:r>
            <a:endParaRPr sz="3400" b="1">
              <a:solidFill>
                <a:srgbClr val="2F9C0A"/>
              </a:solidFill>
              <a:highlight>
                <a:srgbClr val="FDFDFD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444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F9C0A"/>
              </a:buClr>
              <a:buSzPts val="3400"/>
              <a:buFont typeface="Courier New"/>
              <a:buChar char="●"/>
            </a:pPr>
            <a:r>
              <a:rPr lang="en" sz="34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git revert &lt;commit-hash&gt;</a:t>
            </a:r>
            <a:endParaRPr sz="3400" b="1">
              <a:solidFill>
                <a:srgbClr val="2F9C0A"/>
              </a:solidFill>
              <a:highlight>
                <a:srgbClr val="FDFDFD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endParaRPr sz="27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68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3200">
                <a:solidFill>
                  <a:srgbClr val="FF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PUSHING TO GitHub</a:t>
            </a:r>
            <a:endParaRPr sz="3200">
              <a:solidFill>
                <a:srgbClr val="FF00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494" name="Google Shape;494;p68"/>
          <p:cNvSpPr txBox="1">
            <a:spLocks noGrp="1"/>
          </p:cNvSpPr>
          <p:nvPr>
            <p:ph type="subTitle" idx="1"/>
          </p:nvPr>
        </p:nvSpPr>
        <p:spPr>
          <a:xfrm>
            <a:off x="1217175" y="1080900"/>
            <a:ext cx="7156800" cy="33600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Command:</a:t>
            </a:r>
            <a:endParaRPr sz="22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2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29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git</a:t>
            </a:r>
            <a:r>
              <a:rPr lang="en" sz="2900" b="1">
                <a:solidFill>
                  <a:srgbClr val="C92C2C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29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push origin </a:t>
            </a:r>
            <a:r>
              <a:rPr lang="en" sz="2900" b="1">
                <a:solidFill>
                  <a:srgbClr val="C92C2C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-u </a:t>
            </a:r>
            <a:r>
              <a:rPr lang="en" sz="29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branch</a:t>
            </a:r>
            <a:r>
              <a:rPr lang="en" sz="2900" b="1">
                <a:solidFill>
                  <a:srgbClr val="C92C2C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Name</a:t>
            </a:r>
            <a:endParaRPr sz="22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69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3200">
                <a:solidFill>
                  <a:srgbClr val="FF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FORCED PUSHING TO GitHub</a:t>
            </a:r>
            <a:endParaRPr sz="3200">
              <a:solidFill>
                <a:srgbClr val="FF00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500" name="Google Shape;500;p69"/>
          <p:cNvSpPr txBox="1">
            <a:spLocks noGrp="1"/>
          </p:cNvSpPr>
          <p:nvPr>
            <p:ph type="subTitle" idx="1"/>
          </p:nvPr>
        </p:nvSpPr>
        <p:spPr>
          <a:xfrm>
            <a:off x="1217175" y="1080900"/>
            <a:ext cx="7156800" cy="33600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Command:</a:t>
            </a:r>
            <a:endParaRPr sz="28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8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35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git --force </a:t>
            </a:r>
            <a:r>
              <a:rPr lang="en" sz="3500" b="1">
                <a:solidFill>
                  <a:srgbClr val="FF9900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-u</a:t>
            </a:r>
            <a:r>
              <a:rPr lang="en" sz="35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 origin main</a:t>
            </a:r>
            <a:endParaRPr sz="28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70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2600">
                <a:solidFill>
                  <a:srgbClr val="FF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CREATING A GIT BRANCH</a:t>
            </a:r>
            <a:endParaRPr sz="2600">
              <a:solidFill>
                <a:srgbClr val="FF00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506" name="Google Shape;506;p70"/>
          <p:cNvSpPr txBox="1">
            <a:spLocks noGrp="1"/>
          </p:cNvSpPr>
          <p:nvPr>
            <p:ph type="subTitle" idx="1"/>
          </p:nvPr>
        </p:nvSpPr>
        <p:spPr>
          <a:xfrm>
            <a:off x="1217175" y="1080900"/>
            <a:ext cx="7156800" cy="33600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Command:</a:t>
            </a:r>
            <a:endParaRPr sz="26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6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sz="3300" b="1">
              <a:solidFill>
                <a:srgbClr val="2F9C0A"/>
              </a:solidFill>
              <a:highlight>
                <a:srgbClr val="FDFDFD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33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git</a:t>
            </a:r>
            <a:r>
              <a:rPr lang="en" sz="3300" b="1">
                <a:solidFill>
                  <a:srgbClr val="C92C2C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33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checkout</a:t>
            </a:r>
            <a:r>
              <a:rPr lang="en" sz="3300" b="1">
                <a:solidFill>
                  <a:srgbClr val="C92C2C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 -b </a:t>
            </a:r>
            <a:r>
              <a:rPr lang="en" sz="33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branchName</a:t>
            </a:r>
            <a:endParaRPr sz="33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endParaRPr sz="26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71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2600">
                <a:solidFill>
                  <a:srgbClr val="FF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CHECKING CURRENT GIT BRANCH</a:t>
            </a:r>
            <a:endParaRPr sz="2600">
              <a:solidFill>
                <a:srgbClr val="FF00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512" name="Google Shape;512;p71"/>
          <p:cNvSpPr txBox="1">
            <a:spLocks noGrp="1"/>
          </p:cNvSpPr>
          <p:nvPr>
            <p:ph type="subTitle" idx="1"/>
          </p:nvPr>
        </p:nvSpPr>
        <p:spPr>
          <a:xfrm>
            <a:off x="1217175" y="1080900"/>
            <a:ext cx="7156800" cy="33600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Command:</a:t>
            </a:r>
            <a:endParaRPr sz="26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6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sz="3300" b="1">
              <a:solidFill>
                <a:srgbClr val="2F9C0A"/>
              </a:solidFill>
              <a:highlight>
                <a:srgbClr val="FDFDFD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33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git</a:t>
            </a:r>
            <a:r>
              <a:rPr lang="en" sz="3300" b="1">
                <a:solidFill>
                  <a:srgbClr val="C92C2C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33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branch</a:t>
            </a:r>
            <a:endParaRPr sz="33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endParaRPr sz="26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72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2500">
                <a:solidFill>
                  <a:srgbClr val="FF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CHECKING ALL EXISTING GIT BRANCHES</a:t>
            </a:r>
            <a:endParaRPr sz="2500">
              <a:solidFill>
                <a:srgbClr val="FF00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518" name="Google Shape;518;p72"/>
          <p:cNvSpPr txBox="1">
            <a:spLocks noGrp="1"/>
          </p:cNvSpPr>
          <p:nvPr>
            <p:ph type="subTitle" idx="1"/>
          </p:nvPr>
        </p:nvSpPr>
        <p:spPr>
          <a:xfrm>
            <a:off x="1217175" y="1080900"/>
            <a:ext cx="7156800" cy="33600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Command:</a:t>
            </a:r>
            <a:endParaRPr sz="26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26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sz="3300" b="1">
              <a:solidFill>
                <a:srgbClr val="2F9C0A"/>
              </a:solidFill>
              <a:highlight>
                <a:srgbClr val="FDFDFD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33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git</a:t>
            </a:r>
            <a:r>
              <a:rPr lang="en" sz="3300" b="1">
                <a:solidFill>
                  <a:srgbClr val="C92C2C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3300" b="1">
                <a:solidFill>
                  <a:srgbClr val="2F9C0A"/>
                </a:solidFill>
                <a:highlight>
                  <a:srgbClr val="FDFDFD"/>
                </a:highlight>
                <a:latin typeface="Courier New"/>
                <a:ea typeface="Courier New"/>
                <a:cs typeface="Courier New"/>
                <a:sym typeface="Courier New"/>
              </a:rPr>
              <a:t>branch -A</a:t>
            </a:r>
            <a:endParaRPr sz="33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800"/>
              </a:spcBef>
              <a:spcAft>
                <a:spcPts val="0"/>
              </a:spcAft>
              <a:buNone/>
            </a:pPr>
            <a:endParaRPr sz="2600" b="1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73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2300">
                <a:solidFill>
                  <a:srgbClr val="FF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How to Add Someone as a Collaborator (GitHub)</a:t>
            </a:r>
            <a:endParaRPr sz="2300">
              <a:solidFill>
                <a:srgbClr val="FF00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524" name="Google Shape;524;p73"/>
          <p:cNvSpPr txBox="1">
            <a:spLocks noGrp="1"/>
          </p:cNvSpPr>
          <p:nvPr>
            <p:ph type="subTitle" idx="1"/>
          </p:nvPr>
        </p:nvSpPr>
        <p:spPr>
          <a:xfrm>
            <a:off x="1217175" y="1080900"/>
            <a:ext cx="7156800" cy="33600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Command:</a:t>
            </a:r>
            <a:endParaRPr sz="32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" sz="2300" b="1">
                <a:latin typeface="Arial"/>
                <a:ea typeface="Arial"/>
                <a:cs typeface="Arial"/>
                <a:sym typeface="Arial"/>
              </a:rPr>
              <a:t>Step 1: Open Your Repository</a:t>
            </a:r>
            <a:endParaRPr sz="2300" b="1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700">
                <a:latin typeface="Arial"/>
                <a:ea typeface="Arial"/>
                <a:cs typeface="Arial"/>
                <a:sym typeface="Arial"/>
              </a:rPr>
              <a:t>Go to </a:t>
            </a:r>
            <a:r>
              <a:rPr lang="en" sz="1700" b="1">
                <a:latin typeface="Arial"/>
                <a:ea typeface="Arial"/>
                <a:cs typeface="Arial"/>
                <a:sym typeface="Arial"/>
              </a:rPr>
              <a:t>github.com → Your account → Your repository</a:t>
            </a:r>
            <a:endParaRPr sz="32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74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2300">
                <a:solidFill>
                  <a:srgbClr val="FF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How to Add Someone as a Collaborator (GitHub)</a:t>
            </a:r>
            <a:endParaRPr sz="2300">
              <a:solidFill>
                <a:srgbClr val="FF00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530" name="Google Shape;530;p74"/>
          <p:cNvSpPr txBox="1">
            <a:spLocks noGrp="1"/>
          </p:cNvSpPr>
          <p:nvPr>
            <p:ph type="subTitle" idx="1"/>
          </p:nvPr>
        </p:nvSpPr>
        <p:spPr>
          <a:xfrm>
            <a:off x="1217175" y="1080900"/>
            <a:ext cx="7156800" cy="33600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1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Command:</a:t>
            </a:r>
            <a:endParaRPr sz="31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b="1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" sz="2200" b="1">
                <a:latin typeface="Arial"/>
                <a:ea typeface="Arial"/>
                <a:cs typeface="Arial"/>
                <a:sym typeface="Arial"/>
              </a:rPr>
              <a:t>Step 2: Go to Settings</a:t>
            </a:r>
            <a:endParaRPr sz="2200" b="1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On the repo page, look at the top menu: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Code | Issues | Pull Requests | Actions | … | Settings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Click </a:t>
            </a:r>
            <a:r>
              <a:rPr lang="en" b="1">
                <a:latin typeface="Arial"/>
                <a:ea typeface="Arial"/>
                <a:cs typeface="Arial"/>
                <a:sym typeface="Arial"/>
              </a:rPr>
              <a:t>Settings</a:t>
            </a:r>
            <a:r>
              <a:rPr lang="en">
                <a:latin typeface="Arial"/>
                <a:ea typeface="Arial"/>
                <a:cs typeface="Arial"/>
                <a:sym typeface="Arial"/>
              </a:rPr>
              <a:t> (⚙️)</a:t>
            </a:r>
            <a:endParaRPr sz="31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75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2300">
                <a:solidFill>
                  <a:srgbClr val="FF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How to Add Someone as a Collaborator (GitHub)</a:t>
            </a:r>
            <a:endParaRPr sz="2300">
              <a:solidFill>
                <a:srgbClr val="FF00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536" name="Google Shape;536;p75"/>
          <p:cNvSpPr txBox="1">
            <a:spLocks noGrp="1"/>
          </p:cNvSpPr>
          <p:nvPr>
            <p:ph type="subTitle" idx="1"/>
          </p:nvPr>
        </p:nvSpPr>
        <p:spPr>
          <a:xfrm>
            <a:off x="1217175" y="1080900"/>
            <a:ext cx="7156800" cy="33600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Command:</a:t>
            </a:r>
            <a:endParaRPr sz="30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" sz="2100" b="1">
                <a:latin typeface="Arial"/>
                <a:ea typeface="Arial"/>
                <a:cs typeface="Arial"/>
                <a:sym typeface="Arial"/>
              </a:rPr>
              <a:t>Step 3: Go to "Collaborators"</a:t>
            </a:r>
            <a:endParaRPr sz="2100" b="1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>
                <a:latin typeface="Arial"/>
                <a:ea typeface="Arial"/>
                <a:cs typeface="Arial"/>
                <a:sym typeface="Arial"/>
              </a:rPr>
              <a:t>On the left sidebar: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00"/>
              <a:buFont typeface="Arial"/>
              <a:buChar char="●"/>
            </a:pPr>
            <a:r>
              <a:rPr lang="en" sz="1500">
                <a:latin typeface="Arial"/>
                <a:ea typeface="Arial"/>
                <a:cs typeface="Arial"/>
                <a:sym typeface="Arial"/>
              </a:rPr>
              <a:t>Scroll to </a:t>
            </a:r>
            <a:r>
              <a:rPr lang="en" sz="1500" b="1">
                <a:latin typeface="Arial"/>
                <a:ea typeface="Arial"/>
                <a:cs typeface="Arial"/>
                <a:sym typeface="Arial"/>
              </a:rPr>
              <a:t>Access</a:t>
            </a:r>
            <a:br>
              <a:rPr lang="en" sz="1500" b="1">
                <a:latin typeface="Arial"/>
                <a:ea typeface="Arial"/>
                <a:cs typeface="Arial"/>
                <a:sym typeface="Arial"/>
              </a:rPr>
            </a:br>
            <a:endParaRPr sz="1500" b="1">
              <a:latin typeface="Arial"/>
              <a:ea typeface="Arial"/>
              <a:cs typeface="Arial"/>
              <a:sym typeface="Arial"/>
            </a:endParaRPr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Arial"/>
              <a:buChar char="●"/>
            </a:pPr>
            <a:r>
              <a:rPr lang="en" sz="1500">
                <a:latin typeface="Arial"/>
                <a:ea typeface="Arial"/>
                <a:cs typeface="Arial"/>
                <a:sym typeface="Arial"/>
              </a:rPr>
              <a:t>Click </a:t>
            </a:r>
            <a:r>
              <a:rPr lang="en" sz="1500" b="1">
                <a:latin typeface="Arial"/>
                <a:ea typeface="Arial"/>
                <a:cs typeface="Arial"/>
                <a:sym typeface="Arial"/>
              </a:rPr>
              <a:t>Collaborators &amp; teams</a:t>
            </a:r>
            <a:br>
              <a:rPr lang="en" sz="1500" b="1">
                <a:latin typeface="Arial"/>
                <a:ea typeface="Arial"/>
                <a:cs typeface="Arial"/>
                <a:sym typeface="Arial"/>
              </a:rPr>
            </a:br>
            <a:r>
              <a:rPr lang="en" sz="1500">
                <a:latin typeface="Arial"/>
                <a:ea typeface="Arial"/>
                <a:cs typeface="Arial"/>
                <a:sym typeface="Arial"/>
              </a:rPr>
              <a:t> OR sometimes named: </a:t>
            </a:r>
            <a:r>
              <a:rPr lang="en" sz="1500" b="1">
                <a:latin typeface="Arial"/>
                <a:ea typeface="Arial"/>
                <a:cs typeface="Arial"/>
                <a:sym typeface="Arial"/>
              </a:rPr>
              <a:t>Collaborators</a:t>
            </a:r>
            <a:endParaRPr sz="30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6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2300">
                <a:solidFill>
                  <a:srgbClr val="FF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How to Add Someone as a Collaborator (GitHub)</a:t>
            </a:r>
            <a:endParaRPr sz="2300">
              <a:solidFill>
                <a:srgbClr val="FF00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542" name="Google Shape;542;p76"/>
          <p:cNvSpPr txBox="1">
            <a:spLocks noGrp="1"/>
          </p:cNvSpPr>
          <p:nvPr>
            <p:ph type="subTitle" idx="1"/>
          </p:nvPr>
        </p:nvSpPr>
        <p:spPr>
          <a:xfrm>
            <a:off x="1217175" y="1080900"/>
            <a:ext cx="7156800" cy="33600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Command:</a:t>
            </a:r>
            <a:endParaRPr sz="28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300" b="1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" sz="1900" b="1">
                <a:latin typeface="Arial"/>
                <a:ea typeface="Arial"/>
                <a:cs typeface="Arial"/>
                <a:sym typeface="Arial"/>
              </a:rPr>
              <a:t>Step 4: Add Collaborator</a:t>
            </a:r>
            <a:endParaRPr sz="1900" b="1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300">
                <a:latin typeface="Arial"/>
                <a:ea typeface="Arial"/>
                <a:cs typeface="Arial"/>
                <a:sym typeface="Arial"/>
              </a:rPr>
              <a:t>You will see a section called: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300" b="1">
                <a:latin typeface="Arial"/>
                <a:ea typeface="Arial"/>
                <a:cs typeface="Arial"/>
                <a:sym typeface="Arial"/>
              </a:rPr>
              <a:t>"Manage access"</a:t>
            </a:r>
            <a:endParaRPr sz="1300" b="1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300">
                <a:latin typeface="Arial"/>
                <a:ea typeface="Arial"/>
                <a:cs typeface="Arial"/>
                <a:sym typeface="Arial"/>
              </a:rPr>
              <a:t>Click: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300">
                <a:latin typeface="Arial"/>
                <a:ea typeface="Arial"/>
                <a:cs typeface="Arial"/>
                <a:sym typeface="Arial"/>
              </a:rPr>
              <a:t>➡️ </a:t>
            </a:r>
            <a:r>
              <a:rPr lang="en" sz="1300" b="1">
                <a:latin typeface="Arial"/>
                <a:ea typeface="Arial"/>
                <a:cs typeface="Arial"/>
                <a:sym typeface="Arial"/>
              </a:rPr>
              <a:t>Add people</a:t>
            </a:r>
            <a:endParaRPr sz="28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77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2300">
                <a:solidFill>
                  <a:srgbClr val="FF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How to Add Someone as a Collaborator (GitHub)</a:t>
            </a:r>
            <a:endParaRPr sz="2300">
              <a:solidFill>
                <a:srgbClr val="FF00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548" name="Google Shape;548;p77"/>
          <p:cNvSpPr txBox="1">
            <a:spLocks noGrp="1"/>
          </p:cNvSpPr>
          <p:nvPr>
            <p:ph type="subTitle" idx="1"/>
          </p:nvPr>
        </p:nvSpPr>
        <p:spPr>
          <a:xfrm>
            <a:off x="1217175" y="1080900"/>
            <a:ext cx="7156800" cy="33600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Command:</a:t>
            </a:r>
            <a:endParaRPr sz="34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34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" sz="2500" b="1">
                <a:latin typeface="Arial"/>
                <a:ea typeface="Arial"/>
                <a:cs typeface="Arial"/>
                <a:sym typeface="Arial"/>
              </a:rPr>
              <a:t>Step 5: Enter their GitHub username or email</a:t>
            </a:r>
            <a:endParaRPr sz="2500" b="1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900">
                <a:latin typeface="Arial"/>
                <a:ea typeface="Arial"/>
                <a:cs typeface="Arial"/>
                <a:sym typeface="Arial"/>
              </a:rPr>
              <a:t>Type the GitHub username of the person you want to add.</a:t>
            </a:r>
            <a:endParaRPr sz="19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800"/>
              </a:spcAft>
              <a:buNone/>
            </a:pPr>
            <a:r>
              <a:rPr lang="en" sz="1900">
                <a:latin typeface="Arial"/>
                <a:ea typeface="Arial"/>
                <a:cs typeface="Arial"/>
                <a:sym typeface="Arial"/>
              </a:rPr>
              <a:t>Click </a:t>
            </a:r>
            <a:r>
              <a:rPr lang="en" sz="1900" b="1">
                <a:latin typeface="Arial"/>
                <a:ea typeface="Arial"/>
                <a:cs typeface="Arial"/>
                <a:sym typeface="Arial"/>
              </a:rPr>
              <a:t>Add</a:t>
            </a:r>
            <a:r>
              <a:rPr lang="en" sz="1900">
                <a:latin typeface="Arial"/>
                <a:ea typeface="Arial"/>
                <a:cs typeface="Arial"/>
                <a:sym typeface="Arial"/>
              </a:rPr>
              <a:t>.</a:t>
            </a:r>
            <a:endParaRPr sz="34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78"/>
          <p:cNvSpPr txBox="1">
            <a:spLocks noGrp="1"/>
          </p:cNvSpPr>
          <p:nvPr>
            <p:ph type="ctrTitle"/>
          </p:nvPr>
        </p:nvSpPr>
        <p:spPr>
          <a:xfrm>
            <a:off x="1597772" y="319023"/>
            <a:ext cx="6639600" cy="660600"/>
          </a:xfrm>
          <a:prstGeom prst="rect">
            <a:avLst/>
          </a:prstGeom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2300">
                <a:solidFill>
                  <a:srgbClr val="FF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How to Add Someone as a Collaborator (GitHub)</a:t>
            </a:r>
            <a:endParaRPr sz="2300">
              <a:solidFill>
                <a:srgbClr val="FF0000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554" name="Google Shape;554;p78"/>
          <p:cNvSpPr txBox="1">
            <a:spLocks noGrp="1"/>
          </p:cNvSpPr>
          <p:nvPr>
            <p:ph type="subTitle" idx="1"/>
          </p:nvPr>
        </p:nvSpPr>
        <p:spPr>
          <a:xfrm>
            <a:off x="1217175" y="1080900"/>
            <a:ext cx="7156800" cy="3360000"/>
          </a:xfrm>
          <a:prstGeom prst="rect">
            <a:avLst/>
          </a:prstGeom>
          <a:ln w="9525" cap="flat" cmpd="sng">
            <a:solidFill>
              <a:srgbClr val="000000"/>
            </a:solidFill>
            <a:prstDash val="lg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Command:</a:t>
            </a:r>
            <a:endParaRPr sz="28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" sz="1900" b="1">
                <a:latin typeface="Arial"/>
                <a:ea typeface="Arial"/>
                <a:cs typeface="Arial"/>
                <a:sym typeface="Arial"/>
              </a:rPr>
              <a:t>Step 6: They must accept the invitation</a:t>
            </a:r>
            <a:endParaRPr sz="1900" b="1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300">
                <a:latin typeface="Arial"/>
                <a:ea typeface="Arial"/>
                <a:cs typeface="Arial"/>
                <a:sym typeface="Arial"/>
              </a:rPr>
              <a:t>GitHub will send an </a:t>
            </a:r>
            <a:r>
              <a:rPr lang="en" sz="1300" b="1">
                <a:latin typeface="Arial"/>
                <a:ea typeface="Arial"/>
                <a:cs typeface="Arial"/>
                <a:sym typeface="Arial"/>
              </a:rPr>
              <a:t>invitation</a:t>
            </a:r>
            <a:r>
              <a:rPr lang="en" sz="1300">
                <a:latin typeface="Arial"/>
                <a:ea typeface="Arial"/>
                <a:cs typeface="Arial"/>
                <a:sym typeface="Arial"/>
              </a:rPr>
              <a:t>.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300">
                <a:latin typeface="Arial"/>
                <a:ea typeface="Arial"/>
                <a:cs typeface="Arial"/>
                <a:sym typeface="Arial"/>
              </a:rPr>
              <a:t>They must: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300"/>
              <a:buFont typeface="Arial"/>
              <a:buAutoNum type="arabicPeriod"/>
            </a:pPr>
            <a:r>
              <a:rPr lang="en" sz="1300">
                <a:latin typeface="Arial"/>
                <a:ea typeface="Arial"/>
                <a:cs typeface="Arial"/>
                <a:sym typeface="Arial"/>
              </a:rPr>
              <a:t>Open their email OR notification on GitHub</a:t>
            </a:r>
            <a:br>
              <a:rPr lang="en" sz="1300">
                <a:latin typeface="Arial"/>
                <a:ea typeface="Arial"/>
                <a:cs typeface="Arial"/>
                <a:sym typeface="Arial"/>
              </a:rPr>
            </a:b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Arial"/>
              <a:buAutoNum type="arabicPeriod"/>
            </a:pPr>
            <a:r>
              <a:rPr lang="en" sz="1300">
                <a:latin typeface="Arial"/>
                <a:ea typeface="Arial"/>
                <a:cs typeface="Arial"/>
                <a:sym typeface="Arial"/>
              </a:rPr>
              <a:t>Click </a:t>
            </a:r>
            <a:r>
              <a:rPr lang="en" sz="1300" b="1">
                <a:latin typeface="Arial"/>
                <a:ea typeface="Arial"/>
                <a:cs typeface="Arial"/>
                <a:sym typeface="Arial"/>
              </a:rPr>
              <a:t>Accept invite</a:t>
            </a:r>
            <a:br>
              <a:rPr lang="en" sz="1300" b="1">
                <a:latin typeface="Arial"/>
                <a:ea typeface="Arial"/>
                <a:cs typeface="Arial"/>
                <a:sym typeface="Arial"/>
              </a:rPr>
            </a:br>
            <a:endParaRPr sz="1300" b="1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300">
                <a:latin typeface="Arial"/>
                <a:ea typeface="Arial"/>
                <a:cs typeface="Arial"/>
                <a:sym typeface="Arial"/>
              </a:rPr>
              <a:t>After accepting, they become a </a:t>
            </a:r>
            <a:r>
              <a:rPr lang="en" sz="1300" b="1">
                <a:latin typeface="Arial"/>
                <a:ea typeface="Arial"/>
                <a:cs typeface="Arial"/>
                <a:sym typeface="Arial"/>
              </a:rPr>
              <a:t>collaborator with write access</a:t>
            </a:r>
            <a:r>
              <a:rPr lang="en" sz="1300">
                <a:latin typeface="Arial"/>
                <a:ea typeface="Arial"/>
                <a:cs typeface="Arial"/>
                <a:sym typeface="Arial"/>
              </a:rPr>
              <a:t>.</a:t>
            </a:r>
            <a:endParaRPr sz="1300">
              <a:latin typeface="Arial"/>
              <a:ea typeface="Arial"/>
              <a:cs typeface="Arial"/>
              <a:sym typeface="Arial"/>
            </a:endParaRPr>
          </a:p>
          <a:p>
            <a:pPr marL="0" lvl="0" indent="0" algn="just" rtl="0">
              <a:spcBef>
                <a:spcPts val="1200"/>
              </a:spcBef>
              <a:spcAft>
                <a:spcPts val="0"/>
              </a:spcAft>
              <a:buNone/>
            </a:pPr>
            <a:endParaRPr sz="2800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79"/>
          <p:cNvSpPr txBox="1">
            <a:spLocks noGrp="1"/>
          </p:cNvSpPr>
          <p:nvPr>
            <p:ph type="title"/>
          </p:nvPr>
        </p:nvSpPr>
        <p:spPr>
          <a:xfrm>
            <a:off x="455221" y="1321125"/>
            <a:ext cx="5094600" cy="174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</a:t>
            </a:r>
            <a:endParaRPr/>
          </a:p>
        </p:txBody>
      </p:sp>
      <p:sp>
        <p:nvSpPr>
          <p:cNvPr id="560" name="Google Shape;560;p79"/>
          <p:cNvSpPr txBox="1">
            <a:spLocks noGrp="1"/>
          </p:cNvSpPr>
          <p:nvPr>
            <p:ph type="body" idx="1"/>
          </p:nvPr>
        </p:nvSpPr>
        <p:spPr>
          <a:xfrm>
            <a:off x="567023" y="4500400"/>
            <a:ext cx="1425000" cy="1692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PACK Technology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ategy Plan">
  <a:themeElements>
    <a:clrScheme name="Simple Light">
      <a:dk1>
        <a:srgbClr val="FFFFFF"/>
      </a:dk1>
      <a:lt1>
        <a:srgbClr val="000000"/>
      </a:lt1>
      <a:dk2>
        <a:srgbClr val="999999"/>
      </a:dk2>
      <a:lt2>
        <a:srgbClr val="FFECD1"/>
      </a:lt2>
      <a:accent1>
        <a:srgbClr val="AC6600"/>
      </a:accent1>
      <a:accent2>
        <a:srgbClr val="5E7F00"/>
      </a:accent2>
      <a:accent3>
        <a:srgbClr val="2322EF"/>
      </a:accent3>
      <a:accent4>
        <a:srgbClr val="DDDDFF"/>
      </a:accent4>
      <a:accent5>
        <a:srgbClr val="EFEFEF"/>
      </a:accent5>
      <a:accent6>
        <a:srgbClr val="F7FEEB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761</Words>
  <Application>Microsoft Office PowerPoint</Application>
  <PresentationFormat>On-screen Show (16:9)</PresentationFormat>
  <Paragraphs>151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43" baseType="lpstr">
      <vt:lpstr>Comic Sans MS</vt:lpstr>
      <vt:lpstr>Hepta Slab Light</vt:lpstr>
      <vt:lpstr>Barlow Medium</vt:lpstr>
      <vt:lpstr>Hepta Slab</vt:lpstr>
      <vt:lpstr>Barlow Light</vt:lpstr>
      <vt:lpstr>Roboto Mono</vt:lpstr>
      <vt:lpstr>Barlow</vt:lpstr>
      <vt:lpstr>Barlow ExtraLight</vt:lpstr>
      <vt:lpstr>Arial</vt:lpstr>
      <vt:lpstr>Nunito</vt:lpstr>
      <vt:lpstr>Courier New</vt:lpstr>
      <vt:lpstr>Hepta Slab Medium</vt:lpstr>
      <vt:lpstr>Strategy Plan</vt:lpstr>
      <vt:lpstr>Git and GitHub</vt:lpstr>
      <vt:lpstr>Second edition</vt:lpstr>
      <vt:lpstr>Definition</vt:lpstr>
      <vt:lpstr>Git’s meaning</vt:lpstr>
      <vt:lpstr>PowerPoint Presentation</vt:lpstr>
      <vt:lpstr>Key Git Concepts</vt:lpstr>
      <vt:lpstr>Working with Git</vt:lpstr>
      <vt:lpstr>Why Git?</vt:lpstr>
      <vt:lpstr>Definition</vt:lpstr>
      <vt:lpstr>What is GitHub?</vt:lpstr>
      <vt:lpstr>INITIALIZATION OF A GitRepo</vt:lpstr>
      <vt:lpstr>CONFIGURATION OF A GitRepo</vt:lpstr>
      <vt:lpstr>STAGING MULTIPLE FILE (S)</vt:lpstr>
      <vt:lpstr>UNSTAGING FILE (S)</vt:lpstr>
      <vt:lpstr>CHECKING GIT STATUS</vt:lpstr>
      <vt:lpstr>COMMITTING MULTIPLE FILE (S)</vt:lpstr>
      <vt:lpstr>CHECKING GIT COMMITS</vt:lpstr>
      <vt:lpstr>CANCELLING GIT COMMITS</vt:lpstr>
      <vt:lpstr>PUSHING TO GitHub</vt:lpstr>
      <vt:lpstr>FORCED PUSHING TO GitHub</vt:lpstr>
      <vt:lpstr>CREATING A GIT BRANCH</vt:lpstr>
      <vt:lpstr>CHECKING CURRENT GIT BRANCH</vt:lpstr>
      <vt:lpstr>CHECKING ALL EXISTING GIT BRANCHES</vt:lpstr>
      <vt:lpstr>How to Add Someone as a Collaborator (GitHub)</vt:lpstr>
      <vt:lpstr>How to Add Someone as a Collaborator (GitHub)</vt:lpstr>
      <vt:lpstr>How to Add Someone as a Collaborator (GitHub)</vt:lpstr>
      <vt:lpstr>How to Add Someone as a Collaborator (GitHub)</vt:lpstr>
      <vt:lpstr>How to Add Someone as a Collaborator (GitHub)</vt:lpstr>
      <vt:lpstr>How to Add Someone as a Collaborator (GitHub)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James NDAYISHIMIYE</cp:lastModifiedBy>
  <cp:revision>1</cp:revision>
  <dcterms:modified xsi:type="dcterms:W3CDTF">2025-11-26T03:08:13Z</dcterms:modified>
</cp:coreProperties>
</file>